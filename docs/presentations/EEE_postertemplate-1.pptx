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
  </p:notesMasterIdLst>
  <p:sldIdLst>
    <p:sldId id="256" r:id="rId2"/>
  </p:sldIdLst>
  <p:sldSz cx="30279975" cy="42806938"/>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482" userDrawn="1">
          <p15:clr>
            <a:srgbClr val="A4A3A4"/>
          </p15:clr>
        </p15:guide>
        <p15:guide id="2" pos="960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772"/>
    <a:srgbClr val="31307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486" autoAdjust="0"/>
    <p:restoredTop sz="94658"/>
  </p:normalViewPr>
  <p:slideViewPr>
    <p:cSldViewPr snapToGrid="0">
      <p:cViewPr>
        <p:scale>
          <a:sx n="40" d="100"/>
          <a:sy n="40" d="100"/>
        </p:scale>
        <p:origin x="2320" y="160"/>
      </p:cViewPr>
      <p:guideLst>
        <p:guide orient="horz" pos="13482"/>
        <p:guide pos="9605"/>
      </p:guideLst>
    </p:cSldViewPr>
  </p:slideViewPr>
  <p:notesTextViewPr>
    <p:cViewPr>
      <p:scale>
        <a:sx n="400" d="100"/>
        <a:sy n="400" d="100"/>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92D6E3-4EC3-406F-9DB6-9B2B5D39293E}" type="datetimeFigureOut">
              <a:rPr lang="tr-TR" smtClean="0"/>
              <a:t>5.06.2026</a:t>
            </a:fld>
            <a:endParaRPr lang="tr-TR"/>
          </a:p>
        </p:txBody>
      </p:sp>
      <p:sp>
        <p:nvSpPr>
          <p:cNvPr id="4" name="Slide Image Placeholder 3"/>
          <p:cNvSpPr>
            <a:spLocks noGrp="1" noRot="1" noChangeAspect="1"/>
          </p:cNvSpPr>
          <p:nvPr>
            <p:ph type="sldImg" idx="2"/>
          </p:nvPr>
        </p:nvSpPr>
        <p:spPr>
          <a:xfrm>
            <a:off x="2336800" y="1143000"/>
            <a:ext cx="2184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9FD8AD-1703-4D00-AF5F-8354728D550A}" type="slidenum">
              <a:rPr lang="tr-TR" smtClean="0"/>
              <a:t>‹#›</a:t>
            </a:fld>
            <a:endParaRPr lang="tr-TR"/>
          </a:p>
        </p:txBody>
      </p:sp>
    </p:spTree>
    <p:extLst>
      <p:ext uri="{BB962C8B-B14F-4D97-AF65-F5344CB8AC3E}">
        <p14:creationId xmlns:p14="http://schemas.microsoft.com/office/powerpoint/2010/main" val="37920840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dirty="0"/>
          </a:p>
        </p:txBody>
      </p:sp>
      <p:sp>
        <p:nvSpPr>
          <p:cNvPr id="4" name="Slide Number Placeholder 3"/>
          <p:cNvSpPr>
            <a:spLocks noGrp="1"/>
          </p:cNvSpPr>
          <p:nvPr>
            <p:ph type="sldNum" sz="quarter" idx="10"/>
          </p:nvPr>
        </p:nvSpPr>
        <p:spPr/>
        <p:txBody>
          <a:bodyPr/>
          <a:lstStyle/>
          <a:p>
            <a:fld id="{499FD8AD-1703-4D00-AF5F-8354728D550A}" type="slidenum">
              <a:rPr lang="tr-TR" smtClean="0"/>
              <a:t>1</a:t>
            </a:fld>
            <a:endParaRPr lang="tr-TR"/>
          </a:p>
        </p:txBody>
      </p:sp>
    </p:spTree>
    <p:extLst>
      <p:ext uri="{BB962C8B-B14F-4D97-AF65-F5344CB8AC3E}">
        <p14:creationId xmlns:p14="http://schemas.microsoft.com/office/powerpoint/2010/main" val="36482654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70998" y="7005676"/>
            <a:ext cx="25737979" cy="14903156"/>
          </a:xfrm>
        </p:spPr>
        <p:txBody>
          <a:bodyPr anchor="b"/>
          <a:lstStyle>
            <a:lvl1pPr algn="ctr">
              <a:defRPr sz="19869"/>
            </a:lvl1pPr>
          </a:lstStyle>
          <a:p>
            <a:r>
              <a:rPr lang="en-US"/>
              <a:t>Click to edit Master title style</a:t>
            </a:r>
            <a:endParaRPr lang="en-US" dirty="0"/>
          </a:p>
        </p:txBody>
      </p:sp>
      <p:sp>
        <p:nvSpPr>
          <p:cNvPr id="3" name="Subtitle 2"/>
          <p:cNvSpPr>
            <a:spLocks noGrp="1"/>
          </p:cNvSpPr>
          <p:nvPr>
            <p:ph type="subTitle" idx="1"/>
          </p:nvPr>
        </p:nvSpPr>
        <p:spPr>
          <a:xfrm>
            <a:off x="3784997" y="22483555"/>
            <a:ext cx="22709981" cy="10335098"/>
          </a:xfrm>
        </p:spPr>
        <p:txBody>
          <a:bodyPr/>
          <a:lstStyle>
            <a:lvl1pPr marL="0" indent="0" algn="ctr">
              <a:buNone/>
              <a:defRPr sz="7948"/>
            </a:lvl1pPr>
            <a:lvl2pPr marL="1514018" indent="0" algn="ctr">
              <a:buNone/>
              <a:defRPr sz="6623"/>
            </a:lvl2pPr>
            <a:lvl3pPr marL="3028036" indent="0" algn="ctr">
              <a:buNone/>
              <a:defRPr sz="5961"/>
            </a:lvl3pPr>
            <a:lvl4pPr marL="4542053" indent="0" algn="ctr">
              <a:buNone/>
              <a:defRPr sz="5298"/>
            </a:lvl4pPr>
            <a:lvl5pPr marL="6056071" indent="0" algn="ctr">
              <a:buNone/>
              <a:defRPr sz="5298"/>
            </a:lvl5pPr>
            <a:lvl6pPr marL="7570089" indent="0" algn="ctr">
              <a:buNone/>
              <a:defRPr sz="5298"/>
            </a:lvl6pPr>
            <a:lvl7pPr marL="9084107" indent="0" algn="ctr">
              <a:buNone/>
              <a:defRPr sz="5298"/>
            </a:lvl7pPr>
            <a:lvl8pPr marL="10598125" indent="0" algn="ctr">
              <a:buNone/>
              <a:defRPr sz="5298"/>
            </a:lvl8pPr>
            <a:lvl9pPr marL="12112142" indent="0" algn="ctr">
              <a:buNone/>
              <a:defRPr sz="5298"/>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B4ECF60-7224-4166-991F-96BDE9A0D6A2}" type="datetimeFigureOut">
              <a:rPr lang="tr-TR" smtClean="0"/>
              <a:t>5.06.2026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A173D809-DF2A-4C53-896E-5FA2319506F5}" type="slidenum">
              <a:rPr lang="tr-TR" smtClean="0"/>
              <a:t>‹#›</a:t>
            </a:fld>
            <a:endParaRPr lang="tr-TR"/>
          </a:p>
        </p:txBody>
      </p:sp>
    </p:spTree>
    <p:extLst>
      <p:ext uri="{BB962C8B-B14F-4D97-AF65-F5344CB8AC3E}">
        <p14:creationId xmlns:p14="http://schemas.microsoft.com/office/powerpoint/2010/main" val="5828730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4ECF60-7224-4166-991F-96BDE9A0D6A2}" type="datetimeFigureOut">
              <a:rPr lang="tr-TR" smtClean="0"/>
              <a:t>5.06.2026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A173D809-DF2A-4C53-896E-5FA2319506F5}" type="slidenum">
              <a:rPr lang="tr-TR" smtClean="0"/>
              <a:t>‹#›</a:t>
            </a:fld>
            <a:endParaRPr lang="tr-TR"/>
          </a:p>
        </p:txBody>
      </p:sp>
    </p:spTree>
    <p:extLst>
      <p:ext uri="{BB962C8B-B14F-4D97-AF65-F5344CB8AC3E}">
        <p14:creationId xmlns:p14="http://schemas.microsoft.com/office/powerpoint/2010/main" val="40521414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65979" y="10672020"/>
            <a:ext cx="26116478" cy="17806494"/>
          </a:xfrm>
        </p:spPr>
        <p:txBody>
          <a:bodyPr anchor="b"/>
          <a:lstStyle>
            <a:lvl1pPr>
              <a:defRPr sz="19869"/>
            </a:lvl1pPr>
          </a:lstStyle>
          <a:p>
            <a:r>
              <a:rPr lang="en-US"/>
              <a:t>Click to edit Master title style</a:t>
            </a:r>
            <a:endParaRPr lang="en-US" dirty="0"/>
          </a:p>
        </p:txBody>
      </p:sp>
      <p:sp>
        <p:nvSpPr>
          <p:cNvPr id="3" name="Text Placeholder 2"/>
          <p:cNvSpPr>
            <a:spLocks noGrp="1"/>
          </p:cNvSpPr>
          <p:nvPr>
            <p:ph type="body" idx="1"/>
          </p:nvPr>
        </p:nvSpPr>
        <p:spPr>
          <a:xfrm>
            <a:off x="2065979" y="28646970"/>
            <a:ext cx="26116478" cy="9364015"/>
          </a:xfrm>
        </p:spPr>
        <p:txBody>
          <a:bodyPr/>
          <a:lstStyle>
            <a:lvl1pPr marL="0" indent="0">
              <a:buNone/>
              <a:defRPr sz="7948">
                <a:solidFill>
                  <a:schemeClr val="tx1"/>
                </a:solidFill>
              </a:defRPr>
            </a:lvl1pPr>
            <a:lvl2pPr marL="1514018" indent="0">
              <a:buNone/>
              <a:defRPr sz="6623">
                <a:solidFill>
                  <a:schemeClr val="tx1">
                    <a:tint val="75000"/>
                  </a:schemeClr>
                </a:solidFill>
              </a:defRPr>
            </a:lvl2pPr>
            <a:lvl3pPr marL="3028036" indent="0">
              <a:buNone/>
              <a:defRPr sz="5961">
                <a:solidFill>
                  <a:schemeClr val="tx1">
                    <a:tint val="75000"/>
                  </a:schemeClr>
                </a:solidFill>
              </a:defRPr>
            </a:lvl3pPr>
            <a:lvl4pPr marL="4542053" indent="0">
              <a:buNone/>
              <a:defRPr sz="5298">
                <a:solidFill>
                  <a:schemeClr val="tx1">
                    <a:tint val="75000"/>
                  </a:schemeClr>
                </a:solidFill>
              </a:defRPr>
            </a:lvl4pPr>
            <a:lvl5pPr marL="6056071" indent="0">
              <a:buNone/>
              <a:defRPr sz="5298">
                <a:solidFill>
                  <a:schemeClr val="tx1">
                    <a:tint val="75000"/>
                  </a:schemeClr>
                </a:solidFill>
              </a:defRPr>
            </a:lvl5pPr>
            <a:lvl6pPr marL="7570089" indent="0">
              <a:buNone/>
              <a:defRPr sz="5298">
                <a:solidFill>
                  <a:schemeClr val="tx1">
                    <a:tint val="75000"/>
                  </a:schemeClr>
                </a:solidFill>
              </a:defRPr>
            </a:lvl6pPr>
            <a:lvl7pPr marL="9084107" indent="0">
              <a:buNone/>
              <a:defRPr sz="5298">
                <a:solidFill>
                  <a:schemeClr val="tx1">
                    <a:tint val="75000"/>
                  </a:schemeClr>
                </a:solidFill>
              </a:defRPr>
            </a:lvl7pPr>
            <a:lvl8pPr marL="10598125" indent="0">
              <a:buNone/>
              <a:defRPr sz="5298">
                <a:solidFill>
                  <a:schemeClr val="tx1">
                    <a:tint val="75000"/>
                  </a:schemeClr>
                </a:solidFill>
              </a:defRPr>
            </a:lvl8pPr>
            <a:lvl9pPr marL="12112142" indent="0">
              <a:buNone/>
              <a:defRPr sz="5298">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B4ECF60-7224-4166-991F-96BDE9A0D6A2}" type="datetimeFigureOut">
              <a:rPr lang="tr-TR" smtClean="0"/>
              <a:t>5.06.2026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A173D809-DF2A-4C53-896E-5FA2319506F5}" type="slidenum">
              <a:rPr lang="tr-TR" smtClean="0"/>
              <a:t>‹#›</a:t>
            </a:fld>
            <a:endParaRPr lang="tr-TR"/>
          </a:p>
        </p:txBody>
      </p:sp>
    </p:spTree>
    <p:extLst>
      <p:ext uri="{BB962C8B-B14F-4D97-AF65-F5344CB8AC3E}">
        <p14:creationId xmlns:p14="http://schemas.microsoft.com/office/powerpoint/2010/main" val="14812206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081748" y="11395365"/>
            <a:ext cx="12868989" cy="2716060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5329238" y="11395365"/>
            <a:ext cx="12868989" cy="2716060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B4ECF60-7224-4166-991F-96BDE9A0D6A2}" type="datetimeFigureOut">
              <a:rPr lang="tr-TR" smtClean="0"/>
              <a:t>5.06.2026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A173D809-DF2A-4C53-896E-5FA2319506F5}" type="slidenum">
              <a:rPr lang="tr-TR" smtClean="0"/>
              <a:t>‹#›</a:t>
            </a:fld>
            <a:endParaRPr lang="tr-TR"/>
          </a:p>
        </p:txBody>
      </p:sp>
    </p:spTree>
    <p:extLst>
      <p:ext uri="{BB962C8B-B14F-4D97-AF65-F5344CB8AC3E}">
        <p14:creationId xmlns:p14="http://schemas.microsoft.com/office/powerpoint/2010/main" val="15003083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085692" y="2279083"/>
            <a:ext cx="26116478" cy="8274029"/>
          </a:xfrm>
        </p:spPr>
        <p:txBody>
          <a:bodyPr/>
          <a:lstStyle/>
          <a:p>
            <a:r>
              <a:rPr lang="en-US"/>
              <a:t>Click to edit Master title style</a:t>
            </a:r>
            <a:endParaRPr lang="en-US" dirty="0"/>
          </a:p>
        </p:txBody>
      </p:sp>
      <p:sp>
        <p:nvSpPr>
          <p:cNvPr id="3" name="Text Placeholder 2"/>
          <p:cNvSpPr>
            <a:spLocks noGrp="1"/>
          </p:cNvSpPr>
          <p:nvPr>
            <p:ph type="body" idx="1"/>
          </p:nvPr>
        </p:nvSpPr>
        <p:spPr>
          <a:xfrm>
            <a:off x="2085695" y="10493648"/>
            <a:ext cx="12809847" cy="5142775"/>
          </a:xfrm>
        </p:spPr>
        <p:txBody>
          <a:bodyPr anchor="b"/>
          <a:lstStyle>
            <a:lvl1pPr marL="0" indent="0">
              <a:buNone/>
              <a:defRPr sz="7948" b="1"/>
            </a:lvl1pPr>
            <a:lvl2pPr marL="1514018" indent="0">
              <a:buNone/>
              <a:defRPr sz="6623" b="1"/>
            </a:lvl2pPr>
            <a:lvl3pPr marL="3028036" indent="0">
              <a:buNone/>
              <a:defRPr sz="5961" b="1"/>
            </a:lvl3pPr>
            <a:lvl4pPr marL="4542053" indent="0">
              <a:buNone/>
              <a:defRPr sz="5298" b="1"/>
            </a:lvl4pPr>
            <a:lvl5pPr marL="6056071" indent="0">
              <a:buNone/>
              <a:defRPr sz="5298" b="1"/>
            </a:lvl5pPr>
            <a:lvl6pPr marL="7570089" indent="0">
              <a:buNone/>
              <a:defRPr sz="5298" b="1"/>
            </a:lvl6pPr>
            <a:lvl7pPr marL="9084107" indent="0">
              <a:buNone/>
              <a:defRPr sz="5298" b="1"/>
            </a:lvl7pPr>
            <a:lvl8pPr marL="10598125" indent="0">
              <a:buNone/>
              <a:defRPr sz="5298" b="1"/>
            </a:lvl8pPr>
            <a:lvl9pPr marL="12112142" indent="0">
              <a:buNone/>
              <a:defRPr sz="5298" b="1"/>
            </a:lvl9pPr>
          </a:lstStyle>
          <a:p>
            <a:pPr lvl="0"/>
            <a:r>
              <a:rPr lang="en-US"/>
              <a:t>Edit Master text styles</a:t>
            </a:r>
          </a:p>
        </p:txBody>
      </p:sp>
      <p:sp>
        <p:nvSpPr>
          <p:cNvPr id="4" name="Content Placeholder 3"/>
          <p:cNvSpPr>
            <a:spLocks noGrp="1"/>
          </p:cNvSpPr>
          <p:nvPr>
            <p:ph sz="half" idx="2"/>
          </p:nvPr>
        </p:nvSpPr>
        <p:spPr>
          <a:xfrm>
            <a:off x="2085695" y="15636423"/>
            <a:ext cx="12809847" cy="2299882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5329239" y="10493648"/>
            <a:ext cx="12872933" cy="5142775"/>
          </a:xfrm>
        </p:spPr>
        <p:txBody>
          <a:bodyPr anchor="b"/>
          <a:lstStyle>
            <a:lvl1pPr marL="0" indent="0">
              <a:buNone/>
              <a:defRPr sz="7948" b="1"/>
            </a:lvl1pPr>
            <a:lvl2pPr marL="1514018" indent="0">
              <a:buNone/>
              <a:defRPr sz="6623" b="1"/>
            </a:lvl2pPr>
            <a:lvl3pPr marL="3028036" indent="0">
              <a:buNone/>
              <a:defRPr sz="5961" b="1"/>
            </a:lvl3pPr>
            <a:lvl4pPr marL="4542053" indent="0">
              <a:buNone/>
              <a:defRPr sz="5298" b="1"/>
            </a:lvl4pPr>
            <a:lvl5pPr marL="6056071" indent="0">
              <a:buNone/>
              <a:defRPr sz="5298" b="1"/>
            </a:lvl5pPr>
            <a:lvl6pPr marL="7570089" indent="0">
              <a:buNone/>
              <a:defRPr sz="5298" b="1"/>
            </a:lvl6pPr>
            <a:lvl7pPr marL="9084107" indent="0">
              <a:buNone/>
              <a:defRPr sz="5298" b="1"/>
            </a:lvl7pPr>
            <a:lvl8pPr marL="10598125" indent="0">
              <a:buNone/>
              <a:defRPr sz="5298" b="1"/>
            </a:lvl8pPr>
            <a:lvl9pPr marL="12112142" indent="0">
              <a:buNone/>
              <a:defRPr sz="5298" b="1"/>
            </a:lvl9pPr>
          </a:lstStyle>
          <a:p>
            <a:pPr lvl="0"/>
            <a:r>
              <a:rPr lang="en-US"/>
              <a:t>Edit Master text styles</a:t>
            </a:r>
          </a:p>
        </p:txBody>
      </p:sp>
      <p:sp>
        <p:nvSpPr>
          <p:cNvPr id="6" name="Content Placeholder 5"/>
          <p:cNvSpPr>
            <a:spLocks noGrp="1"/>
          </p:cNvSpPr>
          <p:nvPr>
            <p:ph sz="quarter" idx="4"/>
          </p:nvPr>
        </p:nvSpPr>
        <p:spPr>
          <a:xfrm>
            <a:off x="15329239" y="15636423"/>
            <a:ext cx="12872933" cy="2299882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B4ECF60-7224-4166-991F-96BDE9A0D6A2}" type="datetimeFigureOut">
              <a:rPr lang="tr-TR" smtClean="0"/>
              <a:t>5.06.2026</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A173D809-DF2A-4C53-896E-5FA2319506F5}" type="slidenum">
              <a:rPr lang="tr-TR" smtClean="0"/>
              <a:t>‹#›</a:t>
            </a:fld>
            <a:endParaRPr lang="tr-TR"/>
          </a:p>
        </p:txBody>
      </p:sp>
    </p:spTree>
    <p:extLst>
      <p:ext uri="{BB962C8B-B14F-4D97-AF65-F5344CB8AC3E}">
        <p14:creationId xmlns:p14="http://schemas.microsoft.com/office/powerpoint/2010/main" val="37705566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B4ECF60-7224-4166-991F-96BDE9A0D6A2}" type="datetimeFigureOut">
              <a:rPr lang="tr-TR" smtClean="0"/>
              <a:t>5.06.2026</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A173D809-DF2A-4C53-896E-5FA2319506F5}" type="slidenum">
              <a:rPr lang="tr-TR" smtClean="0"/>
              <a:t>‹#›</a:t>
            </a:fld>
            <a:endParaRPr lang="tr-TR"/>
          </a:p>
        </p:txBody>
      </p:sp>
    </p:spTree>
    <p:extLst>
      <p:ext uri="{BB962C8B-B14F-4D97-AF65-F5344CB8AC3E}">
        <p14:creationId xmlns:p14="http://schemas.microsoft.com/office/powerpoint/2010/main" val="39170563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B4ECF60-7224-4166-991F-96BDE9A0D6A2}" type="datetimeFigureOut">
              <a:rPr lang="tr-TR" smtClean="0"/>
              <a:t>5.06.2026</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A173D809-DF2A-4C53-896E-5FA2319506F5}" type="slidenum">
              <a:rPr lang="tr-TR" smtClean="0"/>
              <a:t>‹#›</a:t>
            </a:fld>
            <a:endParaRPr lang="tr-TR"/>
          </a:p>
        </p:txBody>
      </p:sp>
    </p:spTree>
    <p:extLst>
      <p:ext uri="{BB962C8B-B14F-4D97-AF65-F5344CB8AC3E}">
        <p14:creationId xmlns:p14="http://schemas.microsoft.com/office/powerpoint/2010/main" val="35924873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5692" y="2853796"/>
            <a:ext cx="9766080" cy="9988286"/>
          </a:xfrm>
        </p:spPr>
        <p:txBody>
          <a:bodyPr anchor="b"/>
          <a:lstStyle>
            <a:lvl1pPr>
              <a:defRPr sz="10597"/>
            </a:lvl1pPr>
          </a:lstStyle>
          <a:p>
            <a:r>
              <a:rPr lang="en-US"/>
              <a:t>Click to edit Master title style</a:t>
            </a:r>
            <a:endParaRPr lang="en-US" dirty="0"/>
          </a:p>
        </p:txBody>
      </p:sp>
      <p:sp>
        <p:nvSpPr>
          <p:cNvPr id="3" name="Content Placeholder 2"/>
          <p:cNvSpPr>
            <a:spLocks noGrp="1"/>
          </p:cNvSpPr>
          <p:nvPr>
            <p:ph idx="1"/>
          </p:nvPr>
        </p:nvSpPr>
        <p:spPr>
          <a:xfrm>
            <a:off x="12872933" y="6163416"/>
            <a:ext cx="15329237" cy="30420671"/>
          </a:xfrm>
        </p:spPr>
        <p:txBody>
          <a:bodyPr/>
          <a:lstStyle>
            <a:lvl1pPr>
              <a:defRPr sz="10597"/>
            </a:lvl1pPr>
            <a:lvl2pPr>
              <a:defRPr sz="9272"/>
            </a:lvl2pPr>
            <a:lvl3pPr>
              <a:defRPr sz="7948"/>
            </a:lvl3pPr>
            <a:lvl4pPr>
              <a:defRPr sz="6623"/>
            </a:lvl4pPr>
            <a:lvl5pPr>
              <a:defRPr sz="6623"/>
            </a:lvl5pPr>
            <a:lvl6pPr>
              <a:defRPr sz="6623"/>
            </a:lvl6pPr>
            <a:lvl7pPr>
              <a:defRPr sz="6623"/>
            </a:lvl7pPr>
            <a:lvl8pPr>
              <a:defRPr sz="6623"/>
            </a:lvl8pPr>
            <a:lvl9pPr>
              <a:defRPr sz="662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085692" y="12842082"/>
            <a:ext cx="9766080" cy="23791544"/>
          </a:xfrm>
        </p:spPr>
        <p:txBody>
          <a:bodyPr/>
          <a:lstStyle>
            <a:lvl1pPr marL="0" indent="0">
              <a:buNone/>
              <a:defRPr sz="5298"/>
            </a:lvl1pPr>
            <a:lvl2pPr marL="1514018" indent="0">
              <a:buNone/>
              <a:defRPr sz="4636"/>
            </a:lvl2pPr>
            <a:lvl3pPr marL="3028036" indent="0">
              <a:buNone/>
              <a:defRPr sz="3974"/>
            </a:lvl3pPr>
            <a:lvl4pPr marL="4542053" indent="0">
              <a:buNone/>
              <a:defRPr sz="3312"/>
            </a:lvl4pPr>
            <a:lvl5pPr marL="6056071" indent="0">
              <a:buNone/>
              <a:defRPr sz="3312"/>
            </a:lvl5pPr>
            <a:lvl6pPr marL="7570089" indent="0">
              <a:buNone/>
              <a:defRPr sz="3312"/>
            </a:lvl6pPr>
            <a:lvl7pPr marL="9084107" indent="0">
              <a:buNone/>
              <a:defRPr sz="3312"/>
            </a:lvl7pPr>
            <a:lvl8pPr marL="10598125" indent="0">
              <a:buNone/>
              <a:defRPr sz="3312"/>
            </a:lvl8pPr>
            <a:lvl9pPr marL="12112142" indent="0">
              <a:buNone/>
              <a:defRPr sz="3312"/>
            </a:lvl9pPr>
          </a:lstStyle>
          <a:p>
            <a:pPr lvl="0"/>
            <a:r>
              <a:rPr lang="en-US"/>
              <a:t>Edit Master text styles</a:t>
            </a:r>
          </a:p>
        </p:txBody>
      </p:sp>
      <p:sp>
        <p:nvSpPr>
          <p:cNvPr id="5" name="Date Placeholder 4"/>
          <p:cNvSpPr>
            <a:spLocks noGrp="1"/>
          </p:cNvSpPr>
          <p:nvPr>
            <p:ph type="dt" sz="half" idx="10"/>
          </p:nvPr>
        </p:nvSpPr>
        <p:spPr/>
        <p:txBody>
          <a:bodyPr/>
          <a:lstStyle/>
          <a:p>
            <a:fld id="{CB4ECF60-7224-4166-991F-96BDE9A0D6A2}" type="datetimeFigureOut">
              <a:rPr lang="tr-TR" smtClean="0"/>
              <a:t>5.06.2026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A173D809-DF2A-4C53-896E-5FA2319506F5}" type="slidenum">
              <a:rPr lang="tr-TR" smtClean="0"/>
              <a:t>‹#›</a:t>
            </a:fld>
            <a:endParaRPr lang="tr-TR"/>
          </a:p>
        </p:txBody>
      </p:sp>
    </p:spTree>
    <p:extLst>
      <p:ext uri="{BB962C8B-B14F-4D97-AF65-F5344CB8AC3E}">
        <p14:creationId xmlns:p14="http://schemas.microsoft.com/office/powerpoint/2010/main" val="6062816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5692" y="2853796"/>
            <a:ext cx="9766080" cy="9988286"/>
          </a:xfrm>
        </p:spPr>
        <p:txBody>
          <a:bodyPr anchor="b"/>
          <a:lstStyle>
            <a:lvl1pPr>
              <a:defRPr sz="10597"/>
            </a:lvl1pPr>
          </a:lstStyle>
          <a:p>
            <a:r>
              <a:rPr lang="en-US"/>
              <a:t>Click to edit Master title style</a:t>
            </a:r>
            <a:endParaRPr lang="en-US" dirty="0"/>
          </a:p>
        </p:txBody>
      </p:sp>
      <p:sp>
        <p:nvSpPr>
          <p:cNvPr id="3" name="Picture Placeholder 2"/>
          <p:cNvSpPr>
            <a:spLocks noGrp="1" noChangeAspect="1"/>
          </p:cNvSpPr>
          <p:nvPr>
            <p:ph type="pic" idx="1"/>
          </p:nvPr>
        </p:nvSpPr>
        <p:spPr>
          <a:xfrm>
            <a:off x="12872933" y="6163416"/>
            <a:ext cx="15329237" cy="30420671"/>
          </a:xfrm>
        </p:spPr>
        <p:txBody>
          <a:bodyPr anchor="t"/>
          <a:lstStyle>
            <a:lvl1pPr marL="0" indent="0">
              <a:buNone/>
              <a:defRPr sz="10597"/>
            </a:lvl1pPr>
            <a:lvl2pPr marL="1514018" indent="0">
              <a:buNone/>
              <a:defRPr sz="9272"/>
            </a:lvl2pPr>
            <a:lvl3pPr marL="3028036" indent="0">
              <a:buNone/>
              <a:defRPr sz="7948"/>
            </a:lvl3pPr>
            <a:lvl4pPr marL="4542053" indent="0">
              <a:buNone/>
              <a:defRPr sz="6623"/>
            </a:lvl4pPr>
            <a:lvl5pPr marL="6056071" indent="0">
              <a:buNone/>
              <a:defRPr sz="6623"/>
            </a:lvl5pPr>
            <a:lvl6pPr marL="7570089" indent="0">
              <a:buNone/>
              <a:defRPr sz="6623"/>
            </a:lvl6pPr>
            <a:lvl7pPr marL="9084107" indent="0">
              <a:buNone/>
              <a:defRPr sz="6623"/>
            </a:lvl7pPr>
            <a:lvl8pPr marL="10598125" indent="0">
              <a:buNone/>
              <a:defRPr sz="6623"/>
            </a:lvl8pPr>
            <a:lvl9pPr marL="12112142" indent="0">
              <a:buNone/>
              <a:defRPr sz="6623"/>
            </a:lvl9pPr>
          </a:lstStyle>
          <a:p>
            <a:r>
              <a:rPr lang="en-US"/>
              <a:t>Click icon to add picture</a:t>
            </a:r>
            <a:endParaRPr lang="en-US" dirty="0"/>
          </a:p>
        </p:txBody>
      </p:sp>
      <p:sp>
        <p:nvSpPr>
          <p:cNvPr id="4" name="Text Placeholder 3"/>
          <p:cNvSpPr>
            <a:spLocks noGrp="1"/>
          </p:cNvSpPr>
          <p:nvPr>
            <p:ph type="body" sz="half" idx="2"/>
          </p:nvPr>
        </p:nvSpPr>
        <p:spPr>
          <a:xfrm>
            <a:off x="2085692" y="12842082"/>
            <a:ext cx="9766080" cy="23791544"/>
          </a:xfrm>
        </p:spPr>
        <p:txBody>
          <a:bodyPr/>
          <a:lstStyle>
            <a:lvl1pPr marL="0" indent="0">
              <a:buNone/>
              <a:defRPr sz="5298"/>
            </a:lvl1pPr>
            <a:lvl2pPr marL="1514018" indent="0">
              <a:buNone/>
              <a:defRPr sz="4636"/>
            </a:lvl2pPr>
            <a:lvl3pPr marL="3028036" indent="0">
              <a:buNone/>
              <a:defRPr sz="3974"/>
            </a:lvl3pPr>
            <a:lvl4pPr marL="4542053" indent="0">
              <a:buNone/>
              <a:defRPr sz="3312"/>
            </a:lvl4pPr>
            <a:lvl5pPr marL="6056071" indent="0">
              <a:buNone/>
              <a:defRPr sz="3312"/>
            </a:lvl5pPr>
            <a:lvl6pPr marL="7570089" indent="0">
              <a:buNone/>
              <a:defRPr sz="3312"/>
            </a:lvl6pPr>
            <a:lvl7pPr marL="9084107" indent="0">
              <a:buNone/>
              <a:defRPr sz="3312"/>
            </a:lvl7pPr>
            <a:lvl8pPr marL="10598125" indent="0">
              <a:buNone/>
              <a:defRPr sz="3312"/>
            </a:lvl8pPr>
            <a:lvl9pPr marL="12112142" indent="0">
              <a:buNone/>
              <a:defRPr sz="3312"/>
            </a:lvl9pPr>
          </a:lstStyle>
          <a:p>
            <a:pPr lvl="0"/>
            <a:r>
              <a:rPr lang="en-US"/>
              <a:t>Edit Master text styles</a:t>
            </a:r>
          </a:p>
        </p:txBody>
      </p:sp>
      <p:sp>
        <p:nvSpPr>
          <p:cNvPr id="5" name="Date Placeholder 4"/>
          <p:cNvSpPr>
            <a:spLocks noGrp="1"/>
          </p:cNvSpPr>
          <p:nvPr>
            <p:ph type="dt" sz="half" idx="10"/>
          </p:nvPr>
        </p:nvSpPr>
        <p:spPr/>
        <p:txBody>
          <a:bodyPr/>
          <a:lstStyle/>
          <a:p>
            <a:fld id="{CB4ECF60-7224-4166-991F-96BDE9A0D6A2}" type="datetimeFigureOut">
              <a:rPr lang="tr-TR" smtClean="0"/>
              <a:t>5.06.2026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A173D809-DF2A-4C53-896E-5FA2319506F5}" type="slidenum">
              <a:rPr lang="tr-TR" smtClean="0"/>
              <a:t>‹#›</a:t>
            </a:fld>
            <a:endParaRPr lang="tr-TR"/>
          </a:p>
        </p:txBody>
      </p:sp>
    </p:spTree>
    <p:extLst>
      <p:ext uri="{BB962C8B-B14F-4D97-AF65-F5344CB8AC3E}">
        <p14:creationId xmlns:p14="http://schemas.microsoft.com/office/powerpoint/2010/main" val="38702663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4ECF60-7224-4166-991F-96BDE9A0D6A2}" type="datetimeFigureOut">
              <a:rPr lang="tr-TR" smtClean="0"/>
              <a:t>5.06.2026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A173D809-DF2A-4C53-896E-5FA2319506F5}" type="slidenum">
              <a:rPr lang="tr-TR" smtClean="0"/>
              <a:t>‹#›</a:t>
            </a:fld>
            <a:endParaRPr lang="tr-TR"/>
          </a:p>
        </p:txBody>
      </p:sp>
    </p:spTree>
    <p:extLst>
      <p:ext uri="{BB962C8B-B14F-4D97-AF65-F5344CB8AC3E}">
        <p14:creationId xmlns:p14="http://schemas.microsoft.com/office/powerpoint/2010/main" val="40409664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669109" y="2279073"/>
            <a:ext cx="6529120" cy="362769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081750" y="2279073"/>
            <a:ext cx="19208859" cy="36276901"/>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4ECF60-7224-4166-991F-96BDE9A0D6A2}" type="datetimeFigureOut">
              <a:rPr lang="tr-TR" smtClean="0"/>
              <a:t>5.06.2026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A173D809-DF2A-4C53-896E-5FA2319506F5}" type="slidenum">
              <a:rPr lang="tr-TR" smtClean="0"/>
              <a:t>‹#›</a:t>
            </a:fld>
            <a:endParaRPr lang="tr-TR"/>
          </a:p>
        </p:txBody>
      </p:sp>
    </p:spTree>
    <p:extLst>
      <p:ext uri="{BB962C8B-B14F-4D97-AF65-F5344CB8AC3E}">
        <p14:creationId xmlns:p14="http://schemas.microsoft.com/office/powerpoint/2010/main" val="7617411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81749" y="2279083"/>
            <a:ext cx="26116478" cy="827402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081749" y="11395365"/>
            <a:ext cx="26116478" cy="27160609"/>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081748" y="39675699"/>
            <a:ext cx="6812994" cy="2279073"/>
          </a:xfrm>
          <a:prstGeom prst="rect">
            <a:avLst/>
          </a:prstGeom>
        </p:spPr>
        <p:txBody>
          <a:bodyPr vert="horz" lIns="91440" tIns="45720" rIns="91440" bIns="45720" rtlCol="0" anchor="ctr"/>
          <a:lstStyle>
            <a:lvl1pPr algn="l">
              <a:defRPr sz="3974">
                <a:solidFill>
                  <a:schemeClr val="tx1">
                    <a:tint val="75000"/>
                  </a:schemeClr>
                </a:solidFill>
              </a:defRPr>
            </a:lvl1pPr>
          </a:lstStyle>
          <a:p>
            <a:fld id="{CB4ECF60-7224-4166-991F-96BDE9A0D6A2}" type="datetimeFigureOut">
              <a:rPr lang="tr-TR" smtClean="0"/>
              <a:t>5.06.2026</a:t>
            </a:fld>
            <a:endParaRPr lang="tr-TR"/>
          </a:p>
        </p:txBody>
      </p:sp>
      <p:sp>
        <p:nvSpPr>
          <p:cNvPr id="5" name="Footer Placeholder 4"/>
          <p:cNvSpPr>
            <a:spLocks noGrp="1"/>
          </p:cNvSpPr>
          <p:nvPr>
            <p:ph type="ftr" sz="quarter" idx="3"/>
          </p:nvPr>
        </p:nvSpPr>
        <p:spPr>
          <a:xfrm>
            <a:off x="10030242" y="39675699"/>
            <a:ext cx="10219492" cy="2279073"/>
          </a:xfrm>
          <a:prstGeom prst="rect">
            <a:avLst/>
          </a:prstGeom>
        </p:spPr>
        <p:txBody>
          <a:bodyPr vert="horz" lIns="91440" tIns="45720" rIns="91440" bIns="45720" rtlCol="0" anchor="ctr"/>
          <a:lstStyle>
            <a:lvl1pPr algn="ctr">
              <a:defRPr sz="3974">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21385233" y="39675699"/>
            <a:ext cx="6812994" cy="2279073"/>
          </a:xfrm>
          <a:prstGeom prst="rect">
            <a:avLst/>
          </a:prstGeom>
        </p:spPr>
        <p:txBody>
          <a:bodyPr vert="horz" lIns="91440" tIns="45720" rIns="91440" bIns="45720" rtlCol="0" anchor="ctr"/>
          <a:lstStyle>
            <a:lvl1pPr algn="r">
              <a:defRPr sz="3974">
                <a:solidFill>
                  <a:schemeClr val="tx1">
                    <a:tint val="75000"/>
                  </a:schemeClr>
                </a:solidFill>
              </a:defRPr>
            </a:lvl1pPr>
          </a:lstStyle>
          <a:p>
            <a:fld id="{A173D809-DF2A-4C53-896E-5FA2319506F5}" type="slidenum">
              <a:rPr lang="tr-TR" smtClean="0"/>
              <a:t>‹#›</a:t>
            </a:fld>
            <a:endParaRPr lang="tr-TR"/>
          </a:p>
        </p:txBody>
      </p:sp>
    </p:spTree>
    <p:extLst>
      <p:ext uri="{BB962C8B-B14F-4D97-AF65-F5344CB8AC3E}">
        <p14:creationId xmlns:p14="http://schemas.microsoft.com/office/powerpoint/2010/main" val="415079389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3028036" rtl="0" eaLnBrk="1" latinLnBrk="0" hangingPunct="1">
        <a:lnSpc>
          <a:spcPct val="90000"/>
        </a:lnSpc>
        <a:spcBef>
          <a:spcPct val="0"/>
        </a:spcBef>
        <a:buNone/>
        <a:defRPr sz="14571" kern="1200">
          <a:solidFill>
            <a:schemeClr val="tx1"/>
          </a:solidFill>
          <a:latin typeface="+mj-lt"/>
          <a:ea typeface="+mj-ea"/>
          <a:cs typeface="+mj-cs"/>
        </a:defRPr>
      </a:lvl1pPr>
    </p:titleStyle>
    <p:bodyStyle>
      <a:lvl1pPr marL="757009" indent="-757009" algn="l" defTabSz="3028036" rtl="0" eaLnBrk="1" latinLnBrk="0" hangingPunct="1">
        <a:lnSpc>
          <a:spcPct val="90000"/>
        </a:lnSpc>
        <a:spcBef>
          <a:spcPts val="3312"/>
        </a:spcBef>
        <a:buFont typeface="Arial" panose="020B0604020202020204" pitchFamily="34" charset="0"/>
        <a:buChar char="•"/>
        <a:defRPr sz="9272" kern="1200">
          <a:solidFill>
            <a:schemeClr val="tx1"/>
          </a:solidFill>
          <a:latin typeface="+mn-lt"/>
          <a:ea typeface="+mn-ea"/>
          <a:cs typeface="+mn-cs"/>
        </a:defRPr>
      </a:lvl1pPr>
      <a:lvl2pPr marL="2271027" indent="-757009" algn="l" defTabSz="3028036" rtl="0" eaLnBrk="1" latinLnBrk="0" hangingPunct="1">
        <a:lnSpc>
          <a:spcPct val="90000"/>
        </a:lnSpc>
        <a:spcBef>
          <a:spcPts val="1656"/>
        </a:spcBef>
        <a:buFont typeface="Arial" panose="020B0604020202020204" pitchFamily="34" charset="0"/>
        <a:buChar char="•"/>
        <a:defRPr sz="7948" kern="1200">
          <a:solidFill>
            <a:schemeClr val="tx1"/>
          </a:solidFill>
          <a:latin typeface="+mn-lt"/>
          <a:ea typeface="+mn-ea"/>
          <a:cs typeface="+mn-cs"/>
        </a:defRPr>
      </a:lvl2pPr>
      <a:lvl3pPr marL="3785045" indent="-757009" algn="l" defTabSz="3028036" rtl="0" eaLnBrk="1" latinLnBrk="0" hangingPunct="1">
        <a:lnSpc>
          <a:spcPct val="90000"/>
        </a:lnSpc>
        <a:spcBef>
          <a:spcPts val="1656"/>
        </a:spcBef>
        <a:buFont typeface="Arial" panose="020B0604020202020204" pitchFamily="34" charset="0"/>
        <a:buChar char="•"/>
        <a:defRPr sz="6623" kern="1200">
          <a:solidFill>
            <a:schemeClr val="tx1"/>
          </a:solidFill>
          <a:latin typeface="+mn-lt"/>
          <a:ea typeface="+mn-ea"/>
          <a:cs typeface="+mn-cs"/>
        </a:defRPr>
      </a:lvl3pPr>
      <a:lvl4pPr marL="5299062" indent="-757009" algn="l" defTabSz="3028036" rtl="0" eaLnBrk="1" latinLnBrk="0" hangingPunct="1">
        <a:lnSpc>
          <a:spcPct val="90000"/>
        </a:lnSpc>
        <a:spcBef>
          <a:spcPts val="1656"/>
        </a:spcBef>
        <a:buFont typeface="Arial" panose="020B0604020202020204" pitchFamily="34" charset="0"/>
        <a:buChar char="•"/>
        <a:defRPr sz="5961" kern="1200">
          <a:solidFill>
            <a:schemeClr val="tx1"/>
          </a:solidFill>
          <a:latin typeface="+mn-lt"/>
          <a:ea typeface="+mn-ea"/>
          <a:cs typeface="+mn-cs"/>
        </a:defRPr>
      </a:lvl4pPr>
      <a:lvl5pPr marL="6813080" indent="-757009" algn="l" defTabSz="3028036" rtl="0" eaLnBrk="1" latinLnBrk="0" hangingPunct="1">
        <a:lnSpc>
          <a:spcPct val="90000"/>
        </a:lnSpc>
        <a:spcBef>
          <a:spcPts val="1656"/>
        </a:spcBef>
        <a:buFont typeface="Arial" panose="020B0604020202020204" pitchFamily="34" charset="0"/>
        <a:buChar char="•"/>
        <a:defRPr sz="5961" kern="1200">
          <a:solidFill>
            <a:schemeClr val="tx1"/>
          </a:solidFill>
          <a:latin typeface="+mn-lt"/>
          <a:ea typeface="+mn-ea"/>
          <a:cs typeface="+mn-cs"/>
        </a:defRPr>
      </a:lvl5pPr>
      <a:lvl6pPr marL="8327098" indent="-757009" algn="l" defTabSz="3028036" rtl="0" eaLnBrk="1" latinLnBrk="0" hangingPunct="1">
        <a:lnSpc>
          <a:spcPct val="90000"/>
        </a:lnSpc>
        <a:spcBef>
          <a:spcPts val="1656"/>
        </a:spcBef>
        <a:buFont typeface="Arial" panose="020B0604020202020204" pitchFamily="34" charset="0"/>
        <a:buChar char="•"/>
        <a:defRPr sz="5961" kern="1200">
          <a:solidFill>
            <a:schemeClr val="tx1"/>
          </a:solidFill>
          <a:latin typeface="+mn-lt"/>
          <a:ea typeface="+mn-ea"/>
          <a:cs typeface="+mn-cs"/>
        </a:defRPr>
      </a:lvl6pPr>
      <a:lvl7pPr marL="9841116" indent="-757009" algn="l" defTabSz="3028036" rtl="0" eaLnBrk="1" latinLnBrk="0" hangingPunct="1">
        <a:lnSpc>
          <a:spcPct val="90000"/>
        </a:lnSpc>
        <a:spcBef>
          <a:spcPts val="1656"/>
        </a:spcBef>
        <a:buFont typeface="Arial" panose="020B0604020202020204" pitchFamily="34" charset="0"/>
        <a:buChar char="•"/>
        <a:defRPr sz="5961" kern="1200">
          <a:solidFill>
            <a:schemeClr val="tx1"/>
          </a:solidFill>
          <a:latin typeface="+mn-lt"/>
          <a:ea typeface="+mn-ea"/>
          <a:cs typeface="+mn-cs"/>
        </a:defRPr>
      </a:lvl7pPr>
      <a:lvl8pPr marL="11355134" indent="-757009" algn="l" defTabSz="3028036" rtl="0" eaLnBrk="1" latinLnBrk="0" hangingPunct="1">
        <a:lnSpc>
          <a:spcPct val="90000"/>
        </a:lnSpc>
        <a:spcBef>
          <a:spcPts val="1656"/>
        </a:spcBef>
        <a:buFont typeface="Arial" panose="020B0604020202020204" pitchFamily="34" charset="0"/>
        <a:buChar char="•"/>
        <a:defRPr sz="5961" kern="1200">
          <a:solidFill>
            <a:schemeClr val="tx1"/>
          </a:solidFill>
          <a:latin typeface="+mn-lt"/>
          <a:ea typeface="+mn-ea"/>
          <a:cs typeface="+mn-cs"/>
        </a:defRPr>
      </a:lvl8pPr>
      <a:lvl9pPr marL="12869151" indent="-757009" algn="l" defTabSz="3028036" rtl="0" eaLnBrk="1" latinLnBrk="0" hangingPunct="1">
        <a:lnSpc>
          <a:spcPct val="90000"/>
        </a:lnSpc>
        <a:spcBef>
          <a:spcPts val="1656"/>
        </a:spcBef>
        <a:buFont typeface="Arial" panose="020B0604020202020204" pitchFamily="34" charset="0"/>
        <a:buChar char="•"/>
        <a:defRPr sz="5961" kern="1200">
          <a:solidFill>
            <a:schemeClr val="tx1"/>
          </a:solidFill>
          <a:latin typeface="+mn-lt"/>
          <a:ea typeface="+mn-ea"/>
          <a:cs typeface="+mn-cs"/>
        </a:defRPr>
      </a:lvl9pPr>
    </p:bodyStyle>
    <p:otherStyle>
      <a:defPPr>
        <a:defRPr lang="en-US"/>
      </a:defPPr>
      <a:lvl1pPr marL="0" algn="l" defTabSz="3028036" rtl="0" eaLnBrk="1" latinLnBrk="0" hangingPunct="1">
        <a:defRPr sz="5961" kern="1200">
          <a:solidFill>
            <a:schemeClr val="tx1"/>
          </a:solidFill>
          <a:latin typeface="+mn-lt"/>
          <a:ea typeface="+mn-ea"/>
          <a:cs typeface="+mn-cs"/>
        </a:defRPr>
      </a:lvl1pPr>
      <a:lvl2pPr marL="1514018" algn="l" defTabSz="3028036" rtl="0" eaLnBrk="1" latinLnBrk="0" hangingPunct="1">
        <a:defRPr sz="5961" kern="1200">
          <a:solidFill>
            <a:schemeClr val="tx1"/>
          </a:solidFill>
          <a:latin typeface="+mn-lt"/>
          <a:ea typeface="+mn-ea"/>
          <a:cs typeface="+mn-cs"/>
        </a:defRPr>
      </a:lvl2pPr>
      <a:lvl3pPr marL="3028036" algn="l" defTabSz="3028036" rtl="0" eaLnBrk="1" latinLnBrk="0" hangingPunct="1">
        <a:defRPr sz="5961" kern="1200">
          <a:solidFill>
            <a:schemeClr val="tx1"/>
          </a:solidFill>
          <a:latin typeface="+mn-lt"/>
          <a:ea typeface="+mn-ea"/>
          <a:cs typeface="+mn-cs"/>
        </a:defRPr>
      </a:lvl3pPr>
      <a:lvl4pPr marL="4542053" algn="l" defTabSz="3028036" rtl="0" eaLnBrk="1" latinLnBrk="0" hangingPunct="1">
        <a:defRPr sz="5961" kern="1200">
          <a:solidFill>
            <a:schemeClr val="tx1"/>
          </a:solidFill>
          <a:latin typeface="+mn-lt"/>
          <a:ea typeface="+mn-ea"/>
          <a:cs typeface="+mn-cs"/>
        </a:defRPr>
      </a:lvl4pPr>
      <a:lvl5pPr marL="6056071" algn="l" defTabSz="3028036" rtl="0" eaLnBrk="1" latinLnBrk="0" hangingPunct="1">
        <a:defRPr sz="5961" kern="1200">
          <a:solidFill>
            <a:schemeClr val="tx1"/>
          </a:solidFill>
          <a:latin typeface="+mn-lt"/>
          <a:ea typeface="+mn-ea"/>
          <a:cs typeface="+mn-cs"/>
        </a:defRPr>
      </a:lvl5pPr>
      <a:lvl6pPr marL="7570089" algn="l" defTabSz="3028036" rtl="0" eaLnBrk="1" latinLnBrk="0" hangingPunct="1">
        <a:defRPr sz="5961" kern="1200">
          <a:solidFill>
            <a:schemeClr val="tx1"/>
          </a:solidFill>
          <a:latin typeface="+mn-lt"/>
          <a:ea typeface="+mn-ea"/>
          <a:cs typeface="+mn-cs"/>
        </a:defRPr>
      </a:lvl6pPr>
      <a:lvl7pPr marL="9084107" algn="l" defTabSz="3028036" rtl="0" eaLnBrk="1" latinLnBrk="0" hangingPunct="1">
        <a:defRPr sz="5961" kern="1200">
          <a:solidFill>
            <a:schemeClr val="tx1"/>
          </a:solidFill>
          <a:latin typeface="+mn-lt"/>
          <a:ea typeface="+mn-ea"/>
          <a:cs typeface="+mn-cs"/>
        </a:defRPr>
      </a:lvl7pPr>
      <a:lvl8pPr marL="10598125" algn="l" defTabSz="3028036" rtl="0" eaLnBrk="1" latinLnBrk="0" hangingPunct="1">
        <a:defRPr sz="5961" kern="1200">
          <a:solidFill>
            <a:schemeClr val="tx1"/>
          </a:solidFill>
          <a:latin typeface="+mn-lt"/>
          <a:ea typeface="+mn-ea"/>
          <a:cs typeface="+mn-cs"/>
        </a:defRPr>
      </a:lvl8pPr>
      <a:lvl9pPr marL="12112142" algn="l" defTabSz="3028036" rtl="0" eaLnBrk="1" latinLnBrk="0" hangingPunct="1">
        <a:defRPr sz="596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jpeg"/><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hyperlink" Target="https://www.youtube.com/watch?v=Vs_S_za9acA"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Content Placeholder 14"/>
          <p:cNvSpPr txBox="1">
            <a:spLocks/>
          </p:cNvSpPr>
          <p:nvPr/>
        </p:nvSpPr>
        <p:spPr>
          <a:xfrm>
            <a:off x="20445008" y="5646263"/>
            <a:ext cx="9540000" cy="34200000"/>
          </a:xfrm>
          <a:prstGeom prst="rect">
            <a:avLst/>
          </a:prstGeom>
          <a:solidFill>
            <a:schemeClr val="bg1">
              <a:alpha val="12000"/>
            </a:schemeClr>
          </a:solidFill>
          <a:ln w="88900" cmpd="thickThin">
            <a:solidFill>
              <a:srgbClr val="000772"/>
            </a:solidFill>
          </a:ln>
        </p:spPr>
        <p:txBody>
          <a:bodyPr vert="horz" lIns="91440" tIns="45720" rIns="91440" bIns="45720" rtlCol="0">
            <a:normAutofit/>
          </a:bodyPr>
          <a:lstStyle>
            <a:lvl1pPr marL="757009" indent="-757009" algn="l" defTabSz="3028036" rtl="0" eaLnBrk="1" latinLnBrk="0" hangingPunct="1">
              <a:lnSpc>
                <a:spcPct val="90000"/>
              </a:lnSpc>
              <a:spcBef>
                <a:spcPts val="3312"/>
              </a:spcBef>
              <a:buFont typeface="Arial" panose="020B0604020202020204" pitchFamily="34" charset="0"/>
              <a:buChar char="•"/>
              <a:defRPr sz="9272" kern="1200">
                <a:solidFill>
                  <a:schemeClr val="tx1"/>
                </a:solidFill>
                <a:latin typeface="+mn-lt"/>
                <a:ea typeface="+mn-ea"/>
                <a:cs typeface="+mn-cs"/>
              </a:defRPr>
            </a:lvl1pPr>
            <a:lvl2pPr marL="2271027" indent="-757009" algn="l" defTabSz="3028036" rtl="0" eaLnBrk="1" latinLnBrk="0" hangingPunct="1">
              <a:lnSpc>
                <a:spcPct val="90000"/>
              </a:lnSpc>
              <a:spcBef>
                <a:spcPts val="1656"/>
              </a:spcBef>
              <a:buFont typeface="Arial" panose="020B0604020202020204" pitchFamily="34" charset="0"/>
              <a:buChar char="•"/>
              <a:defRPr sz="7948" kern="1200">
                <a:solidFill>
                  <a:schemeClr val="tx1"/>
                </a:solidFill>
                <a:latin typeface="+mn-lt"/>
                <a:ea typeface="+mn-ea"/>
                <a:cs typeface="+mn-cs"/>
              </a:defRPr>
            </a:lvl2pPr>
            <a:lvl3pPr marL="3785045" indent="-757009" algn="l" defTabSz="3028036" rtl="0" eaLnBrk="1" latinLnBrk="0" hangingPunct="1">
              <a:lnSpc>
                <a:spcPct val="90000"/>
              </a:lnSpc>
              <a:spcBef>
                <a:spcPts val="1656"/>
              </a:spcBef>
              <a:buFont typeface="Arial" panose="020B0604020202020204" pitchFamily="34" charset="0"/>
              <a:buChar char="•"/>
              <a:defRPr sz="6623" kern="1200">
                <a:solidFill>
                  <a:schemeClr val="tx1"/>
                </a:solidFill>
                <a:latin typeface="+mn-lt"/>
                <a:ea typeface="+mn-ea"/>
                <a:cs typeface="+mn-cs"/>
              </a:defRPr>
            </a:lvl3pPr>
            <a:lvl4pPr marL="5299062" indent="-757009" algn="l" defTabSz="3028036" rtl="0" eaLnBrk="1" latinLnBrk="0" hangingPunct="1">
              <a:lnSpc>
                <a:spcPct val="90000"/>
              </a:lnSpc>
              <a:spcBef>
                <a:spcPts val="1656"/>
              </a:spcBef>
              <a:buFont typeface="Arial" panose="020B0604020202020204" pitchFamily="34" charset="0"/>
              <a:buChar char="•"/>
              <a:defRPr sz="5961" kern="1200">
                <a:solidFill>
                  <a:schemeClr val="tx1"/>
                </a:solidFill>
                <a:latin typeface="+mn-lt"/>
                <a:ea typeface="+mn-ea"/>
                <a:cs typeface="+mn-cs"/>
              </a:defRPr>
            </a:lvl4pPr>
            <a:lvl5pPr marL="6813080" indent="-757009" algn="l" defTabSz="3028036" rtl="0" eaLnBrk="1" latinLnBrk="0" hangingPunct="1">
              <a:lnSpc>
                <a:spcPct val="90000"/>
              </a:lnSpc>
              <a:spcBef>
                <a:spcPts val="1656"/>
              </a:spcBef>
              <a:buFont typeface="Arial" panose="020B0604020202020204" pitchFamily="34" charset="0"/>
              <a:buChar char="•"/>
              <a:defRPr sz="5961" kern="1200">
                <a:solidFill>
                  <a:schemeClr val="tx1"/>
                </a:solidFill>
                <a:latin typeface="+mn-lt"/>
                <a:ea typeface="+mn-ea"/>
                <a:cs typeface="+mn-cs"/>
              </a:defRPr>
            </a:lvl5pPr>
            <a:lvl6pPr marL="8327098" indent="-757009" algn="l" defTabSz="3028036" rtl="0" eaLnBrk="1" latinLnBrk="0" hangingPunct="1">
              <a:lnSpc>
                <a:spcPct val="90000"/>
              </a:lnSpc>
              <a:spcBef>
                <a:spcPts val="1656"/>
              </a:spcBef>
              <a:buFont typeface="Arial" panose="020B0604020202020204" pitchFamily="34" charset="0"/>
              <a:buChar char="•"/>
              <a:defRPr sz="5961" kern="1200">
                <a:solidFill>
                  <a:schemeClr val="tx1"/>
                </a:solidFill>
                <a:latin typeface="+mn-lt"/>
                <a:ea typeface="+mn-ea"/>
                <a:cs typeface="+mn-cs"/>
              </a:defRPr>
            </a:lvl6pPr>
            <a:lvl7pPr marL="9841116" indent="-757009" algn="l" defTabSz="3028036" rtl="0" eaLnBrk="1" latinLnBrk="0" hangingPunct="1">
              <a:lnSpc>
                <a:spcPct val="90000"/>
              </a:lnSpc>
              <a:spcBef>
                <a:spcPts val="1656"/>
              </a:spcBef>
              <a:buFont typeface="Arial" panose="020B0604020202020204" pitchFamily="34" charset="0"/>
              <a:buChar char="•"/>
              <a:defRPr sz="5961" kern="1200">
                <a:solidFill>
                  <a:schemeClr val="tx1"/>
                </a:solidFill>
                <a:latin typeface="+mn-lt"/>
                <a:ea typeface="+mn-ea"/>
                <a:cs typeface="+mn-cs"/>
              </a:defRPr>
            </a:lvl7pPr>
            <a:lvl8pPr marL="11355134" indent="-757009" algn="l" defTabSz="3028036" rtl="0" eaLnBrk="1" latinLnBrk="0" hangingPunct="1">
              <a:lnSpc>
                <a:spcPct val="90000"/>
              </a:lnSpc>
              <a:spcBef>
                <a:spcPts val="1656"/>
              </a:spcBef>
              <a:buFont typeface="Arial" panose="020B0604020202020204" pitchFamily="34" charset="0"/>
              <a:buChar char="•"/>
              <a:defRPr sz="5961" kern="1200">
                <a:solidFill>
                  <a:schemeClr val="tx1"/>
                </a:solidFill>
                <a:latin typeface="+mn-lt"/>
                <a:ea typeface="+mn-ea"/>
                <a:cs typeface="+mn-cs"/>
              </a:defRPr>
            </a:lvl8pPr>
            <a:lvl9pPr marL="12869151" indent="-757009" algn="l" defTabSz="3028036" rtl="0" eaLnBrk="1" latinLnBrk="0" hangingPunct="1">
              <a:lnSpc>
                <a:spcPct val="90000"/>
              </a:lnSpc>
              <a:spcBef>
                <a:spcPts val="1656"/>
              </a:spcBef>
              <a:buFont typeface="Arial" panose="020B0604020202020204" pitchFamily="34" charset="0"/>
              <a:buChar char="•"/>
              <a:defRPr sz="5961" kern="1200">
                <a:solidFill>
                  <a:schemeClr val="tx1"/>
                </a:solidFill>
                <a:latin typeface="+mn-lt"/>
                <a:ea typeface="+mn-ea"/>
                <a:cs typeface="+mn-cs"/>
              </a:defRPr>
            </a:lvl9pPr>
          </a:lstStyle>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r>
              <a:rPr lang="en-US" sz="9600" dirty="0">
                <a:solidFill>
                  <a:schemeClr val="bg1"/>
                </a:solidFill>
                <a:latin typeface="Berlin Sans FB" panose="020E0602020502020306" pitchFamily="34" charset="0"/>
              </a:rPr>
              <a:t>Information”</a:t>
            </a:r>
          </a:p>
          <a:p>
            <a:pPr marL="0" indent="0">
              <a:buFont typeface="Arial" panose="020B0604020202020204" pitchFamily="34" charset="0"/>
              <a:buNone/>
            </a:pPr>
            <a:endParaRPr lang="tr-TR" dirty="0"/>
          </a:p>
        </p:txBody>
      </p:sp>
      <p:sp>
        <p:nvSpPr>
          <p:cNvPr id="53" name="Content Placeholder 14"/>
          <p:cNvSpPr txBox="1">
            <a:spLocks/>
          </p:cNvSpPr>
          <p:nvPr/>
        </p:nvSpPr>
        <p:spPr>
          <a:xfrm>
            <a:off x="10477938" y="5562350"/>
            <a:ext cx="9540000" cy="34200000"/>
          </a:xfrm>
          <a:prstGeom prst="rect">
            <a:avLst/>
          </a:prstGeom>
          <a:solidFill>
            <a:schemeClr val="bg1">
              <a:alpha val="12000"/>
            </a:schemeClr>
          </a:solidFill>
          <a:ln w="88900" cmpd="thickThin">
            <a:solidFill>
              <a:srgbClr val="000772"/>
            </a:solidFill>
          </a:ln>
        </p:spPr>
        <p:txBody>
          <a:bodyPr vert="horz" lIns="91440" tIns="45720" rIns="91440" bIns="45720" rtlCol="0">
            <a:normAutofit/>
          </a:bodyPr>
          <a:lstStyle>
            <a:lvl1pPr marL="757009" indent="-757009" algn="l" defTabSz="3028036" rtl="0" eaLnBrk="1" latinLnBrk="0" hangingPunct="1">
              <a:lnSpc>
                <a:spcPct val="90000"/>
              </a:lnSpc>
              <a:spcBef>
                <a:spcPts val="3312"/>
              </a:spcBef>
              <a:buFont typeface="Arial" panose="020B0604020202020204" pitchFamily="34" charset="0"/>
              <a:buChar char="•"/>
              <a:defRPr sz="9272" kern="1200">
                <a:solidFill>
                  <a:schemeClr val="tx1"/>
                </a:solidFill>
                <a:latin typeface="+mn-lt"/>
                <a:ea typeface="+mn-ea"/>
                <a:cs typeface="+mn-cs"/>
              </a:defRPr>
            </a:lvl1pPr>
            <a:lvl2pPr marL="2271027" indent="-757009" algn="l" defTabSz="3028036" rtl="0" eaLnBrk="1" latinLnBrk="0" hangingPunct="1">
              <a:lnSpc>
                <a:spcPct val="90000"/>
              </a:lnSpc>
              <a:spcBef>
                <a:spcPts val="1656"/>
              </a:spcBef>
              <a:buFont typeface="Arial" panose="020B0604020202020204" pitchFamily="34" charset="0"/>
              <a:buChar char="•"/>
              <a:defRPr sz="7948" kern="1200">
                <a:solidFill>
                  <a:schemeClr val="tx1"/>
                </a:solidFill>
                <a:latin typeface="+mn-lt"/>
                <a:ea typeface="+mn-ea"/>
                <a:cs typeface="+mn-cs"/>
              </a:defRPr>
            </a:lvl2pPr>
            <a:lvl3pPr marL="3785045" indent="-757009" algn="l" defTabSz="3028036" rtl="0" eaLnBrk="1" latinLnBrk="0" hangingPunct="1">
              <a:lnSpc>
                <a:spcPct val="90000"/>
              </a:lnSpc>
              <a:spcBef>
                <a:spcPts val="1656"/>
              </a:spcBef>
              <a:buFont typeface="Arial" panose="020B0604020202020204" pitchFamily="34" charset="0"/>
              <a:buChar char="•"/>
              <a:defRPr sz="6623" kern="1200">
                <a:solidFill>
                  <a:schemeClr val="tx1"/>
                </a:solidFill>
                <a:latin typeface="+mn-lt"/>
                <a:ea typeface="+mn-ea"/>
                <a:cs typeface="+mn-cs"/>
              </a:defRPr>
            </a:lvl3pPr>
            <a:lvl4pPr marL="5299062" indent="-757009" algn="l" defTabSz="3028036" rtl="0" eaLnBrk="1" latinLnBrk="0" hangingPunct="1">
              <a:lnSpc>
                <a:spcPct val="90000"/>
              </a:lnSpc>
              <a:spcBef>
                <a:spcPts val="1656"/>
              </a:spcBef>
              <a:buFont typeface="Arial" panose="020B0604020202020204" pitchFamily="34" charset="0"/>
              <a:buChar char="•"/>
              <a:defRPr sz="5961" kern="1200">
                <a:solidFill>
                  <a:schemeClr val="tx1"/>
                </a:solidFill>
                <a:latin typeface="+mn-lt"/>
                <a:ea typeface="+mn-ea"/>
                <a:cs typeface="+mn-cs"/>
              </a:defRPr>
            </a:lvl4pPr>
            <a:lvl5pPr marL="6813080" indent="-757009" algn="l" defTabSz="3028036" rtl="0" eaLnBrk="1" latinLnBrk="0" hangingPunct="1">
              <a:lnSpc>
                <a:spcPct val="90000"/>
              </a:lnSpc>
              <a:spcBef>
                <a:spcPts val="1656"/>
              </a:spcBef>
              <a:buFont typeface="Arial" panose="020B0604020202020204" pitchFamily="34" charset="0"/>
              <a:buChar char="•"/>
              <a:defRPr sz="5961" kern="1200">
                <a:solidFill>
                  <a:schemeClr val="tx1"/>
                </a:solidFill>
                <a:latin typeface="+mn-lt"/>
                <a:ea typeface="+mn-ea"/>
                <a:cs typeface="+mn-cs"/>
              </a:defRPr>
            </a:lvl5pPr>
            <a:lvl6pPr marL="8327098" indent="-757009" algn="l" defTabSz="3028036" rtl="0" eaLnBrk="1" latinLnBrk="0" hangingPunct="1">
              <a:lnSpc>
                <a:spcPct val="90000"/>
              </a:lnSpc>
              <a:spcBef>
                <a:spcPts val="1656"/>
              </a:spcBef>
              <a:buFont typeface="Arial" panose="020B0604020202020204" pitchFamily="34" charset="0"/>
              <a:buChar char="•"/>
              <a:defRPr sz="5961" kern="1200">
                <a:solidFill>
                  <a:schemeClr val="tx1"/>
                </a:solidFill>
                <a:latin typeface="+mn-lt"/>
                <a:ea typeface="+mn-ea"/>
                <a:cs typeface="+mn-cs"/>
              </a:defRPr>
            </a:lvl6pPr>
            <a:lvl7pPr marL="9841116" indent="-757009" algn="l" defTabSz="3028036" rtl="0" eaLnBrk="1" latinLnBrk="0" hangingPunct="1">
              <a:lnSpc>
                <a:spcPct val="90000"/>
              </a:lnSpc>
              <a:spcBef>
                <a:spcPts val="1656"/>
              </a:spcBef>
              <a:buFont typeface="Arial" panose="020B0604020202020204" pitchFamily="34" charset="0"/>
              <a:buChar char="•"/>
              <a:defRPr sz="5961" kern="1200">
                <a:solidFill>
                  <a:schemeClr val="tx1"/>
                </a:solidFill>
                <a:latin typeface="+mn-lt"/>
                <a:ea typeface="+mn-ea"/>
                <a:cs typeface="+mn-cs"/>
              </a:defRPr>
            </a:lvl7pPr>
            <a:lvl8pPr marL="11355134" indent="-757009" algn="l" defTabSz="3028036" rtl="0" eaLnBrk="1" latinLnBrk="0" hangingPunct="1">
              <a:lnSpc>
                <a:spcPct val="90000"/>
              </a:lnSpc>
              <a:spcBef>
                <a:spcPts val="1656"/>
              </a:spcBef>
              <a:buFont typeface="Arial" panose="020B0604020202020204" pitchFamily="34" charset="0"/>
              <a:buChar char="•"/>
              <a:defRPr sz="5961" kern="1200">
                <a:solidFill>
                  <a:schemeClr val="tx1"/>
                </a:solidFill>
                <a:latin typeface="+mn-lt"/>
                <a:ea typeface="+mn-ea"/>
                <a:cs typeface="+mn-cs"/>
              </a:defRPr>
            </a:lvl8pPr>
            <a:lvl9pPr marL="12869151" indent="-757009" algn="l" defTabSz="3028036" rtl="0" eaLnBrk="1" latinLnBrk="0" hangingPunct="1">
              <a:lnSpc>
                <a:spcPct val="90000"/>
              </a:lnSpc>
              <a:spcBef>
                <a:spcPts val="1656"/>
              </a:spcBef>
              <a:buFont typeface="Arial" panose="020B0604020202020204" pitchFamily="34" charset="0"/>
              <a:buChar char="•"/>
              <a:defRPr sz="5961" kern="1200">
                <a:solidFill>
                  <a:schemeClr val="tx1"/>
                </a:solidFill>
                <a:latin typeface="+mn-lt"/>
                <a:ea typeface="+mn-ea"/>
                <a:cs typeface="+mn-cs"/>
              </a:defRPr>
            </a:lvl9pPr>
          </a:lstStyle>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r>
              <a:rPr lang="en-US" sz="9600" dirty="0">
                <a:solidFill>
                  <a:schemeClr val="bg1"/>
                </a:solidFill>
                <a:latin typeface="Berlin Sans FB" panose="020E0602020502020306" pitchFamily="34" charset="0"/>
              </a:rPr>
              <a:t>Information”</a:t>
            </a:r>
          </a:p>
          <a:p>
            <a:pPr marL="0" indent="0">
              <a:buFont typeface="Arial" panose="020B0604020202020204" pitchFamily="34" charset="0"/>
              <a:buNone/>
            </a:pPr>
            <a:endParaRPr lang="tr-TR" dirty="0"/>
          </a:p>
        </p:txBody>
      </p:sp>
      <p:sp>
        <p:nvSpPr>
          <p:cNvPr id="12" name="Rectangle 11"/>
          <p:cNvSpPr/>
          <p:nvPr/>
        </p:nvSpPr>
        <p:spPr>
          <a:xfrm>
            <a:off x="-3690" y="-1"/>
            <a:ext cx="30279975" cy="5439075"/>
          </a:xfrm>
          <a:prstGeom prst="rect">
            <a:avLst/>
          </a:prstGeom>
          <a:solidFill>
            <a:srgbClr val="000772"/>
          </a:solidFill>
          <a:ln>
            <a:solidFill>
              <a:srgbClr val="3130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40" name="Rectangle 39"/>
          <p:cNvSpPr/>
          <p:nvPr/>
        </p:nvSpPr>
        <p:spPr>
          <a:xfrm>
            <a:off x="25888950" y="10211"/>
            <a:ext cx="4285735" cy="409561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13" name="Content Placeholder 12"/>
          <p:cNvPicPr>
            <a:picLocks noGrp="1" noChangeAspect="1"/>
          </p:cNvPicPr>
          <p:nvPr>
            <p:ph sz="half" idx="2"/>
          </p:nvPr>
        </p:nvPicPr>
        <p:blipFill>
          <a:blip r:embed="rId3" cstate="print">
            <a:extLst>
              <a:ext uri="{28A0092B-C50C-407E-A947-70E740481C1C}">
                <a14:useLocalDpi xmlns:a14="http://schemas.microsoft.com/office/drawing/2010/main" val="0"/>
              </a:ext>
            </a:extLst>
          </a:blip>
          <a:stretch>
            <a:fillRect/>
          </a:stretch>
        </p:blipFill>
        <p:spPr>
          <a:xfrm>
            <a:off x="152913" y="366931"/>
            <a:ext cx="5342688" cy="4833328"/>
          </a:xfrm>
          <a:solidFill>
            <a:srgbClr val="000772"/>
          </a:solidFill>
        </p:spPr>
      </p:pic>
      <p:sp>
        <p:nvSpPr>
          <p:cNvPr id="32" name="Content Placeholder 14"/>
          <p:cNvSpPr txBox="1">
            <a:spLocks/>
          </p:cNvSpPr>
          <p:nvPr/>
        </p:nvSpPr>
        <p:spPr>
          <a:xfrm>
            <a:off x="5337920" y="209690"/>
            <a:ext cx="19764811" cy="5142969"/>
          </a:xfrm>
          <a:prstGeom prst="rect">
            <a:avLst/>
          </a:prstGeom>
          <a:solidFill>
            <a:srgbClr val="000772"/>
          </a:solidFill>
          <a:ln w="57150" cmpd="thickThin">
            <a:solidFill>
              <a:srgbClr val="000772"/>
            </a:solidFill>
          </a:ln>
        </p:spPr>
        <p:txBody>
          <a:bodyPr vert="horz" lIns="91440" tIns="45720" rIns="91440" bIns="45720" rtlCol="0">
            <a:normAutofit/>
          </a:bodyPr>
          <a:lstStyle>
            <a:lvl1pPr marL="757009" indent="-757009" algn="l" defTabSz="3028036" rtl="0" eaLnBrk="1" latinLnBrk="0" hangingPunct="1">
              <a:lnSpc>
                <a:spcPct val="90000"/>
              </a:lnSpc>
              <a:spcBef>
                <a:spcPts val="3312"/>
              </a:spcBef>
              <a:buFont typeface="Arial" panose="020B0604020202020204" pitchFamily="34" charset="0"/>
              <a:buChar char="•"/>
              <a:defRPr sz="9272" kern="1200">
                <a:solidFill>
                  <a:schemeClr val="tx1"/>
                </a:solidFill>
                <a:latin typeface="+mn-lt"/>
                <a:ea typeface="+mn-ea"/>
                <a:cs typeface="+mn-cs"/>
              </a:defRPr>
            </a:lvl1pPr>
            <a:lvl2pPr marL="2271027" indent="-757009" algn="l" defTabSz="3028036" rtl="0" eaLnBrk="1" latinLnBrk="0" hangingPunct="1">
              <a:lnSpc>
                <a:spcPct val="90000"/>
              </a:lnSpc>
              <a:spcBef>
                <a:spcPts val="1656"/>
              </a:spcBef>
              <a:buFont typeface="Arial" panose="020B0604020202020204" pitchFamily="34" charset="0"/>
              <a:buChar char="•"/>
              <a:defRPr sz="7948" kern="1200">
                <a:solidFill>
                  <a:schemeClr val="tx1"/>
                </a:solidFill>
                <a:latin typeface="+mn-lt"/>
                <a:ea typeface="+mn-ea"/>
                <a:cs typeface="+mn-cs"/>
              </a:defRPr>
            </a:lvl2pPr>
            <a:lvl3pPr marL="3785045" indent="-757009" algn="l" defTabSz="3028036" rtl="0" eaLnBrk="1" latinLnBrk="0" hangingPunct="1">
              <a:lnSpc>
                <a:spcPct val="90000"/>
              </a:lnSpc>
              <a:spcBef>
                <a:spcPts val="1656"/>
              </a:spcBef>
              <a:buFont typeface="Arial" panose="020B0604020202020204" pitchFamily="34" charset="0"/>
              <a:buChar char="•"/>
              <a:defRPr sz="6623" kern="1200">
                <a:solidFill>
                  <a:schemeClr val="tx1"/>
                </a:solidFill>
                <a:latin typeface="+mn-lt"/>
                <a:ea typeface="+mn-ea"/>
                <a:cs typeface="+mn-cs"/>
              </a:defRPr>
            </a:lvl3pPr>
            <a:lvl4pPr marL="5299062" indent="-757009" algn="l" defTabSz="3028036" rtl="0" eaLnBrk="1" latinLnBrk="0" hangingPunct="1">
              <a:lnSpc>
                <a:spcPct val="90000"/>
              </a:lnSpc>
              <a:spcBef>
                <a:spcPts val="1656"/>
              </a:spcBef>
              <a:buFont typeface="Arial" panose="020B0604020202020204" pitchFamily="34" charset="0"/>
              <a:buChar char="•"/>
              <a:defRPr sz="5961" kern="1200">
                <a:solidFill>
                  <a:schemeClr val="tx1"/>
                </a:solidFill>
                <a:latin typeface="+mn-lt"/>
                <a:ea typeface="+mn-ea"/>
                <a:cs typeface="+mn-cs"/>
              </a:defRPr>
            </a:lvl4pPr>
            <a:lvl5pPr marL="6813080" indent="-757009" algn="l" defTabSz="3028036" rtl="0" eaLnBrk="1" latinLnBrk="0" hangingPunct="1">
              <a:lnSpc>
                <a:spcPct val="90000"/>
              </a:lnSpc>
              <a:spcBef>
                <a:spcPts val="1656"/>
              </a:spcBef>
              <a:buFont typeface="Arial" panose="020B0604020202020204" pitchFamily="34" charset="0"/>
              <a:buChar char="•"/>
              <a:defRPr sz="5961" kern="1200">
                <a:solidFill>
                  <a:schemeClr val="tx1"/>
                </a:solidFill>
                <a:latin typeface="+mn-lt"/>
                <a:ea typeface="+mn-ea"/>
                <a:cs typeface="+mn-cs"/>
              </a:defRPr>
            </a:lvl5pPr>
            <a:lvl6pPr marL="8327098" indent="-757009" algn="l" defTabSz="3028036" rtl="0" eaLnBrk="1" latinLnBrk="0" hangingPunct="1">
              <a:lnSpc>
                <a:spcPct val="90000"/>
              </a:lnSpc>
              <a:spcBef>
                <a:spcPts val="1656"/>
              </a:spcBef>
              <a:buFont typeface="Arial" panose="020B0604020202020204" pitchFamily="34" charset="0"/>
              <a:buChar char="•"/>
              <a:defRPr sz="5961" kern="1200">
                <a:solidFill>
                  <a:schemeClr val="tx1"/>
                </a:solidFill>
                <a:latin typeface="+mn-lt"/>
                <a:ea typeface="+mn-ea"/>
                <a:cs typeface="+mn-cs"/>
              </a:defRPr>
            </a:lvl6pPr>
            <a:lvl7pPr marL="9841116" indent="-757009" algn="l" defTabSz="3028036" rtl="0" eaLnBrk="1" latinLnBrk="0" hangingPunct="1">
              <a:lnSpc>
                <a:spcPct val="90000"/>
              </a:lnSpc>
              <a:spcBef>
                <a:spcPts val="1656"/>
              </a:spcBef>
              <a:buFont typeface="Arial" panose="020B0604020202020204" pitchFamily="34" charset="0"/>
              <a:buChar char="•"/>
              <a:defRPr sz="5961" kern="1200">
                <a:solidFill>
                  <a:schemeClr val="tx1"/>
                </a:solidFill>
                <a:latin typeface="+mn-lt"/>
                <a:ea typeface="+mn-ea"/>
                <a:cs typeface="+mn-cs"/>
              </a:defRPr>
            </a:lvl7pPr>
            <a:lvl8pPr marL="11355134" indent="-757009" algn="l" defTabSz="3028036" rtl="0" eaLnBrk="1" latinLnBrk="0" hangingPunct="1">
              <a:lnSpc>
                <a:spcPct val="90000"/>
              </a:lnSpc>
              <a:spcBef>
                <a:spcPts val="1656"/>
              </a:spcBef>
              <a:buFont typeface="Arial" panose="020B0604020202020204" pitchFamily="34" charset="0"/>
              <a:buChar char="•"/>
              <a:defRPr sz="5961" kern="1200">
                <a:solidFill>
                  <a:schemeClr val="tx1"/>
                </a:solidFill>
                <a:latin typeface="+mn-lt"/>
                <a:ea typeface="+mn-ea"/>
                <a:cs typeface="+mn-cs"/>
              </a:defRPr>
            </a:lvl8pPr>
            <a:lvl9pPr marL="12869151" indent="-757009" algn="l" defTabSz="3028036" rtl="0" eaLnBrk="1" latinLnBrk="0" hangingPunct="1">
              <a:lnSpc>
                <a:spcPct val="90000"/>
              </a:lnSpc>
              <a:spcBef>
                <a:spcPts val="1656"/>
              </a:spcBef>
              <a:buFont typeface="Arial" panose="020B0604020202020204" pitchFamily="34" charset="0"/>
              <a:buChar char="•"/>
              <a:defRPr sz="5961" kern="1200">
                <a:solidFill>
                  <a:schemeClr val="tx1"/>
                </a:solidFill>
                <a:latin typeface="+mn-lt"/>
                <a:ea typeface="+mn-ea"/>
                <a:cs typeface="+mn-cs"/>
              </a:defRPr>
            </a:lvl9pPr>
          </a:lstStyle>
          <a:p>
            <a:pPr marL="0" indent="0" algn="ctr">
              <a:buNone/>
            </a:pPr>
            <a:endParaRPr lang="en-US" sz="5400" dirty="0">
              <a:solidFill>
                <a:schemeClr val="bg1"/>
              </a:solidFill>
              <a:latin typeface="Berlin Sans FB" panose="020E0602020502020306" pitchFamily="34" charset="0"/>
            </a:endParaRPr>
          </a:p>
          <a:p>
            <a:pPr marL="0" indent="0" algn="ctr">
              <a:buNone/>
            </a:pPr>
            <a:r>
              <a:rPr lang="en-US" sz="8800" dirty="0">
                <a:solidFill>
                  <a:schemeClr val="bg1"/>
                </a:solidFill>
                <a:latin typeface="Berlin Sans FB" panose="020E0602020502020306" pitchFamily="34" charset="0"/>
              </a:rPr>
              <a:t>Architectural Construction and Physical Exploitation of Cryptographic Hardware</a:t>
            </a:r>
            <a:r>
              <a:rPr lang="en-US" sz="6600" dirty="0">
                <a:solidFill>
                  <a:schemeClr val="bg1"/>
                </a:solidFill>
                <a:latin typeface="Berlin Sans FB" panose="020E0602020502020306" pitchFamily="34" charset="0"/>
              </a:rPr>
              <a:t> Orhun Boydak</a:t>
            </a:r>
            <a:endParaRPr lang="tr-TR" sz="6600" dirty="0">
              <a:solidFill>
                <a:schemeClr val="bg1"/>
              </a:solidFill>
              <a:latin typeface="Berlin Sans FB" panose="020E0602020502020306" pitchFamily="34" charset="0"/>
            </a:endParaRPr>
          </a:p>
          <a:p>
            <a:pPr marL="0" indent="0" algn="ctr">
              <a:buNone/>
            </a:pPr>
            <a:endParaRPr lang="tr-TR" sz="6600" dirty="0">
              <a:solidFill>
                <a:schemeClr val="bg1"/>
              </a:solidFill>
              <a:latin typeface="Berlin Sans FB" panose="020E0602020502020306" pitchFamily="34" charset="0"/>
            </a:endParaRPr>
          </a:p>
        </p:txBody>
      </p:sp>
      <p:sp>
        <p:nvSpPr>
          <p:cNvPr id="41" name="Rectangle 40"/>
          <p:cNvSpPr/>
          <p:nvPr/>
        </p:nvSpPr>
        <p:spPr>
          <a:xfrm>
            <a:off x="25888950" y="4229098"/>
            <a:ext cx="4285735" cy="1200329"/>
          </a:xfrm>
          <a:prstGeom prst="rect">
            <a:avLst/>
          </a:prstGeom>
        </p:spPr>
        <p:txBody>
          <a:bodyPr wrap="square">
            <a:spAutoFit/>
          </a:bodyPr>
          <a:lstStyle/>
          <a:p>
            <a:pPr algn="ctr"/>
            <a:r>
              <a:rPr lang="en-US" sz="7200" dirty="0">
                <a:solidFill>
                  <a:schemeClr val="bg1"/>
                </a:solidFill>
                <a:latin typeface="Berlin Sans FB" panose="020E0602020502020306" pitchFamily="34" charset="0"/>
              </a:rPr>
              <a:t>2026 /GN</a:t>
            </a:r>
            <a:endParaRPr lang="tr-TR" sz="4800" dirty="0">
              <a:latin typeface="Berlin Sans FB" panose="020E0602020502020306" pitchFamily="34" charset="0"/>
            </a:endParaRPr>
          </a:p>
        </p:txBody>
      </p:sp>
      <p:sp>
        <p:nvSpPr>
          <p:cNvPr id="45" name="Rounded Rectangle 44">
            <a:extLst>
              <a:ext uri="{FF2B5EF4-FFF2-40B4-BE49-F238E27FC236}">
                <a16:creationId xmlns:a16="http://schemas.microsoft.com/office/drawing/2014/main" id="{18063593-411A-4C80-8100-EEACD81AB800}"/>
              </a:ext>
            </a:extLst>
          </p:cNvPr>
          <p:cNvSpPr/>
          <p:nvPr/>
        </p:nvSpPr>
        <p:spPr>
          <a:xfrm>
            <a:off x="336488" y="40007664"/>
            <a:ext cx="9540000" cy="2700000"/>
          </a:xfrm>
          <a:prstGeom prst="roundRect">
            <a:avLst/>
          </a:prstGeom>
          <a:solidFill>
            <a:srgbClr val="000772"/>
          </a:solidFill>
          <a:ln>
            <a:noFill/>
          </a:ln>
          <a:effectLst>
            <a:softEdge rad="0"/>
          </a:effectLst>
        </p:spPr>
        <p:txBody>
          <a:bodyPr wrap="none" lIns="137160" tIns="68580" rIns="137160" bIns="68580" anchor="ctr"/>
          <a:lstStyle>
            <a:defPPr>
              <a:defRPr lang="en-US"/>
            </a:defPPr>
            <a:lvl1pPr algn="l" rtl="0" fontAlgn="base">
              <a:spcBef>
                <a:spcPct val="0"/>
              </a:spcBef>
              <a:spcAft>
                <a:spcPct val="0"/>
              </a:spcAft>
              <a:defRPr sz="3000" kern="1200">
                <a:solidFill>
                  <a:schemeClr val="tx1"/>
                </a:solidFill>
                <a:latin typeface="Arial" charset="0"/>
                <a:ea typeface="+mn-ea"/>
                <a:cs typeface="+mn-cs"/>
              </a:defRPr>
            </a:lvl1pPr>
            <a:lvl2pPr marL="457200" algn="l" rtl="0" fontAlgn="base">
              <a:spcBef>
                <a:spcPct val="0"/>
              </a:spcBef>
              <a:spcAft>
                <a:spcPct val="0"/>
              </a:spcAft>
              <a:defRPr sz="3000" kern="1200">
                <a:solidFill>
                  <a:schemeClr val="tx1"/>
                </a:solidFill>
                <a:latin typeface="Arial" charset="0"/>
                <a:ea typeface="+mn-ea"/>
                <a:cs typeface="+mn-cs"/>
              </a:defRPr>
            </a:lvl2pPr>
            <a:lvl3pPr marL="914400" algn="l" rtl="0" fontAlgn="base">
              <a:spcBef>
                <a:spcPct val="0"/>
              </a:spcBef>
              <a:spcAft>
                <a:spcPct val="0"/>
              </a:spcAft>
              <a:defRPr sz="3000" kern="1200">
                <a:solidFill>
                  <a:schemeClr val="tx1"/>
                </a:solidFill>
                <a:latin typeface="Arial" charset="0"/>
                <a:ea typeface="+mn-ea"/>
                <a:cs typeface="+mn-cs"/>
              </a:defRPr>
            </a:lvl3pPr>
            <a:lvl4pPr marL="1371600" algn="l" rtl="0" fontAlgn="base">
              <a:spcBef>
                <a:spcPct val="0"/>
              </a:spcBef>
              <a:spcAft>
                <a:spcPct val="0"/>
              </a:spcAft>
              <a:defRPr sz="3000" kern="1200">
                <a:solidFill>
                  <a:schemeClr val="tx1"/>
                </a:solidFill>
                <a:latin typeface="Arial" charset="0"/>
                <a:ea typeface="+mn-ea"/>
                <a:cs typeface="+mn-cs"/>
              </a:defRPr>
            </a:lvl4pPr>
            <a:lvl5pPr marL="1828800" algn="l" rtl="0" fontAlgn="base">
              <a:spcBef>
                <a:spcPct val="0"/>
              </a:spcBef>
              <a:spcAft>
                <a:spcPct val="0"/>
              </a:spcAft>
              <a:defRPr sz="3000" kern="1200">
                <a:solidFill>
                  <a:schemeClr val="tx1"/>
                </a:solidFill>
                <a:latin typeface="Arial" charset="0"/>
                <a:ea typeface="+mn-ea"/>
                <a:cs typeface="+mn-cs"/>
              </a:defRPr>
            </a:lvl5pPr>
            <a:lvl6pPr marL="2286000" algn="l" defTabSz="914400" rtl="0" eaLnBrk="1" latinLnBrk="0" hangingPunct="1">
              <a:defRPr sz="3000" kern="1200">
                <a:solidFill>
                  <a:schemeClr val="tx1"/>
                </a:solidFill>
                <a:latin typeface="Arial" charset="0"/>
                <a:ea typeface="+mn-ea"/>
                <a:cs typeface="+mn-cs"/>
              </a:defRPr>
            </a:lvl6pPr>
            <a:lvl7pPr marL="2743200" algn="l" defTabSz="914400" rtl="0" eaLnBrk="1" latinLnBrk="0" hangingPunct="1">
              <a:defRPr sz="3000" kern="1200">
                <a:solidFill>
                  <a:schemeClr val="tx1"/>
                </a:solidFill>
                <a:latin typeface="Arial" charset="0"/>
                <a:ea typeface="+mn-ea"/>
                <a:cs typeface="+mn-cs"/>
              </a:defRPr>
            </a:lvl7pPr>
            <a:lvl8pPr marL="3200400" algn="l" defTabSz="914400" rtl="0" eaLnBrk="1" latinLnBrk="0" hangingPunct="1">
              <a:defRPr sz="3000" kern="1200">
                <a:solidFill>
                  <a:schemeClr val="tx1"/>
                </a:solidFill>
                <a:latin typeface="Arial" charset="0"/>
                <a:ea typeface="+mn-ea"/>
                <a:cs typeface="+mn-cs"/>
              </a:defRPr>
            </a:lvl8pPr>
            <a:lvl9pPr marL="3657600" algn="l" defTabSz="914400" rtl="0" eaLnBrk="1" latinLnBrk="0" hangingPunct="1">
              <a:defRPr sz="3000" kern="1200">
                <a:solidFill>
                  <a:schemeClr val="tx1"/>
                </a:solidFill>
                <a:latin typeface="Arial" charset="0"/>
                <a:ea typeface="+mn-ea"/>
                <a:cs typeface="+mn-cs"/>
              </a:defRPr>
            </a:lvl9pPr>
          </a:lstStyle>
          <a:p>
            <a:pPr algn="ctr"/>
            <a:r>
              <a:rPr lang="en-US" sz="4400" dirty="0">
                <a:solidFill>
                  <a:schemeClr val="bg1"/>
                </a:solidFill>
                <a:latin typeface="Berlin Sans FB" panose="020E0602020502020306" pitchFamily="34" charset="0"/>
              </a:rPr>
              <a:t>“Funding Information”</a:t>
            </a:r>
          </a:p>
          <a:p>
            <a:pPr algn="ctr"/>
            <a:endParaRPr lang="en-US" sz="4400" dirty="0">
              <a:solidFill>
                <a:schemeClr val="bg1"/>
              </a:solidFill>
              <a:latin typeface="Berlin Sans FB" panose="020E0602020502020306" pitchFamily="34" charset="0"/>
            </a:endParaRPr>
          </a:p>
          <a:p>
            <a:pPr algn="ctr"/>
            <a:endParaRPr lang="tr-TR" sz="4400" dirty="0"/>
          </a:p>
        </p:txBody>
      </p:sp>
      <p:sp>
        <p:nvSpPr>
          <p:cNvPr id="47" name="Rounded Rectangle 46">
            <a:extLst>
              <a:ext uri="{FF2B5EF4-FFF2-40B4-BE49-F238E27FC236}">
                <a16:creationId xmlns:a16="http://schemas.microsoft.com/office/drawing/2014/main" id="{18063593-411A-4C80-8100-EEACD81AB800}"/>
              </a:ext>
            </a:extLst>
          </p:cNvPr>
          <p:cNvSpPr/>
          <p:nvPr/>
        </p:nvSpPr>
        <p:spPr>
          <a:xfrm>
            <a:off x="10476563" y="39998540"/>
            <a:ext cx="9540000" cy="2700000"/>
          </a:xfrm>
          <a:prstGeom prst="roundRect">
            <a:avLst/>
          </a:prstGeom>
          <a:solidFill>
            <a:srgbClr val="000772"/>
          </a:solidFill>
          <a:ln>
            <a:noFill/>
          </a:ln>
          <a:effectLst>
            <a:softEdge rad="0"/>
          </a:effectLst>
        </p:spPr>
        <p:txBody>
          <a:bodyPr wrap="none" lIns="137160" tIns="68580" rIns="137160" bIns="68580" anchor="ctr"/>
          <a:lstStyle>
            <a:defPPr>
              <a:defRPr lang="en-US"/>
            </a:defPPr>
            <a:lvl1pPr algn="l" rtl="0" fontAlgn="base">
              <a:spcBef>
                <a:spcPct val="0"/>
              </a:spcBef>
              <a:spcAft>
                <a:spcPct val="0"/>
              </a:spcAft>
              <a:defRPr sz="3000" kern="1200">
                <a:solidFill>
                  <a:schemeClr val="tx1"/>
                </a:solidFill>
                <a:latin typeface="Arial" charset="0"/>
                <a:ea typeface="+mn-ea"/>
                <a:cs typeface="+mn-cs"/>
              </a:defRPr>
            </a:lvl1pPr>
            <a:lvl2pPr marL="457200" algn="l" rtl="0" fontAlgn="base">
              <a:spcBef>
                <a:spcPct val="0"/>
              </a:spcBef>
              <a:spcAft>
                <a:spcPct val="0"/>
              </a:spcAft>
              <a:defRPr sz="3000" kern="1200">
                <a:solidFill>
                  <a:schemeClr val="tx1"/>
                </a:solidFill>
                <a:latin typeface="Arial" charset="0"/>
                <a:ea typeface="+mn-ea"/>
                <a:cs typeface="+mn-cs"/>
              </a:defRPr>
            </a:lvl2pPr>
            <a:lvl3pPr marL="914400" algn="l" rtl="0" fontAlgn="base">
              <a:spcBef>
                <a:spcPct val="0"/>
              </a:spcBef>
              <a:spcAft>
                <a:spcPct val="0"/>
              </a:spcAft>
              <a:defRPr sz="3000" kern="1200">
                <a:solidFill>
                  <a:schemeClr val="tx1"/>
                </a:solidFill>
                <a:latin typeface="Arial" charset="0"/>
                <a:ea typeface="+mn-ea"/>
                <a:cs typeface="+mn-cs"/>
              </a:defRPr>
            </a:lvl3pPr>
            <a:lvl4pPr marL="1371600" algn="l" rtl="0" fontAlgn="base">
              <a:spcBef>
                <a:spcPct val="0"/>
              </a:spcBef>
              <a:spcAft>
                <a:spcPct val="0"/>
              </a:spcAft>
              <a:defRPr sz="3000" kern="1200">
                <a:solidFill>
                  <a:schemeClr val="tx1"/>
                </a:solidFill>
                <a:latin typeface="Arial" charset="0"/>
                <a:ea typeface="+mn-ea"/>
                <a:cs typeface="+mn-cs"/>
              </a:defRPr>
            </a:lvl4pPr>
            <a:lvl5pPr marL="1828800" algn="l" rtl="0" fontAlgn="base">
              <a:spcBef>
                <a:spcPct val="0"/>
              </a:spcBef>
              <a:spcAft>
                <a:spcPct val="0"/>
              </a:spcAft>
              <a:defRPr sz="3000" kern="1200">
                <a:solidFill>
                  <a:schemeClr val="tx1"/>
                </a:solidFill>
                <a:latin typeface="Arial" charset="0"/>
                <a:ea typeface="+mn-ea"/>
                <a:cs typeface="+mn-cs"/>
              </a:defRPr>
            </a:lvl5pPr>
            <a:lvl6pPr marL="2286000" algn="l" defTabSz="914400" rtl="0" eaLnBrk="1" latinLnBrk="0" hangingPunct="1">
              <a:defRPr sz="3000" kern="1200">
                <a:solidFill>
                  <a:schemeClr val="tx1"/>
                </a:solidFill>
                <a:latin typeface="Arial" charset="0"/>
                <a:ea typeface="+mn-ea"/>
                <a:cs typeface="+mn-cs"/>
              </a:defRPr>
            </a:lvl6pPr>
            <a:lvl7pPr marL="2743200" algn="l" defTabSz="914400" rtl="0" eaLnBrk="1" latinLnBrk="0" hangingPunct="1">
              <a:defRPr sz="3000" kern="1200">
                <a:solidFill>
                  <a:schemeClr val="tx1"/>
                </a:solidFill>
                <a:latin typeface="Arial" charset="0"/>
                <a:ea typeface="+mn-ea"/>
                <a:cs typeface="+mn-cs"/>
              </a:defRPr>
            </a:lvl7pPr>
            <a:lvl8pPr marL="3200400" algn="l" defTabSz="914400" rtl="0" eaLnBrk="1" latinLnBrk="0" hangingPunct="1">
              <a:defRPr sz="3000" kern="1200">
                <a:solidFill>
                  <a:schemeClr val="tx1"/>
                </a:solidFill>
                <a:latin typeface="Arial" charset="0"/>
                <a:ea typeface="+mn-ea"/>
                <a:cs typeface="+mn-cs"/>
              </a:defRPr>
            </a:lvl8pPr>
            <a:lvl9pPr marL="3657600" algn="l" defTabSz="914400" rtl="0" eaLnBrk="1" latinLnBrk="0" hangingPunct="1">
              <a:defRPr sz="3000" kern="1200">
                <a:solidFill>
                  <a:schemeClr val="tx1"/>
                </a:solidFill>
                <a:latin typeface="Arial" charset="0"/>
                <a:ea typeface="+mn-ea"/>
                <a:cs typeface="+mn-cs"/>
              </a:defRPr>
            </a:lvl9pPr>
          </a:lstStyle>
          <a:p>
            <a:pPr algn="ctr"/>
            <a:r>
              <a:rPr lang="en-US" sz="4400" dirty="0">
                <a:solidFill>
                  <a:schemeClr val="bg1"/>
                </a:solidFill>
                <a:latin typeface="Berlin Sans FB" panose="020E0602020502020306" pitchFamily="34" charset="0"/>
              </a:rPr>
              <a:t>“Acknowledgments”</a:t>
            </a:r>
          </a:p>
          <a:p>
            <a:pPr algn="ctr"/>
            <a:endParaRPr lang="en-US" sz="4400" dirty="0"/>
          </a:p>
          <a:p>
            <a:pPr algn="ctr"/>
            <a:endParaRPr lang="tr-TR" sz="4400" dirty="0"/>
          </a:p>
        </p:txBody>
      </p:sp>
      <p:sp>
        <p:nvSpPr>
          <p:cNvPr id="49" name="Content Placeholder 14"/>
          <p:cNvSpPr txBox="1">
            <a:spLocks/>
          </p:cNvSpPr>
          <p:nvPr/>
        </p:nvSpPr>
        <p:spPr>
          <a:xfrm>
            <a:off x="298388" y="5631620"/>
            <a:ext cx="9540000" cy="34200000"/>
          </a:xfrm>
          <a:prstGeom prst="rect">
            <a:avLst/>
          </a:prstGeom>
          <a:solidFill>
            <a:schemeClr val="bg1">
              <a:alpha val="12000"/>
            </a:schemeClr>
          </a:solidFill>
          <a:ln w="88900" cmpd="thickThin">
            <a:solidFill>
              <a:srgbClr val="000772"/>
            </a:solidFill>
          </a:ln>
        </p:spPr>
        <p:txBody>
          <a:bodyPr vert="horz" lIns="91440" tIns="45720" rIns="91440" bIns="45720" rtlCol="0">
            <a:normAutofit/>
          </a:bodyPr>
          <a:lstStyle>
            <a:lvl1pPr marL="757009" indent="-757009" algn="l" defTabSz="3028036" rtl="0" eaLnBrk="1" latinLnBrk="0" hangingPunct="1">
              <a:lnSpc>
                <a:spcPct val="90000"/>
              </a:lnSpc>
              <a:spcBef>
                <a:spcPts val="3312"/>
              </a:spcBef>
              <a:buFont typeface="Arial" panose="020B0604020202020204" pitchFamily="34" charset="0"/>
              <a:buChar char="•"/>
              <a:defRPr sz="9272" kern="1200">
                <a:solidFill>
                  <a:schemeClr val="tx1"/>
                </a:solidFill>
                <a:latin typeface="+mn-lt"/>
                <a:ea typeface="+mn-ea"/>
                <a:cs typeface="+mn-cs"/>
              </a:defRPr>
            </a:lvl1pPr>
            <a:lvl2pPr marL="2271027" indent="-757009" algn="l" defTabSz="3028036" rtl="0" eaLnBrk="1" latinLnBrk="0" hangingPunct="1">
              <a:lnSpc>
                <a:spcPct val="90000"/>
              </a:lnSpc>
              <a:spcBef>
                <a:spcPts val="1656"/>
              </a:spcBef>
              <a:buFont typeface="Arial" panose="020B0604020202020204" pitchFamily="34" charset="0"/>
              <a:buChar char="•"/>
              <a:defRPr sz="7948" kern="1200">
                <a:solidFill>
                  <a:schemeClr val="tx1"/>
                </a:solidFill>
                <a:latin typeface="+mn-lt"/>
                <a:ea typeface="+mn-ea"/>
                <a:cs typeface="+mn-cs"/>
              </a:defRPr>
            </a:lvl2pPr>
            <a:lvl3pPr marL="3785045" indent="-757009" algn="l" defTabSz="3028036" rtl="0" eaLnBrk="1" latinLnBrk="0" hangingPunct="1">
              <a:lnSpc>
                <a:spcPct val="90000"/>
              </a:lnSpc>
              <a:spcBef>
                <a:spcPts val="1656"/>
              </a:spcBef>
              <a:buFont typeface="Arial" panose="020B0604020202020204" pitchFamily="34" charset="0"/>
              <a:buChar char="•"/>
              <a:defRPr sz="6623" kern="1200">
                <a:solidFill>
                  <a:schemeClr val="tx1"/>
                </a:solidFill>
                <a:latin typeface="+mn-lt"/>
                <a:ea typeface="+mn-ea"/>
                <a:cs typeface="+mn-cs"/>
              </a:defRPr>
            </a:lvl3pPr>
            <a:lvl4pPr marL="5299062" indent="-757009" algn="l" defTabSz="3028036" rtl="0" eaLnBrk="1" latinLnBrk="0" hangingPunct="1">
              <a:lnSpc>
                <a:spcPct val="90000"/>
              </a:lnSpc>
              <a:spcBef>
                <a:spcPts val="1656"/>
              </a:spcBef>
              <a:buFont typeface="Arial" panose="020B0604020202020204" pitchFamily="34" charset="0"/>
              <a:buChar char="•"/>
              <a:defRPr sz="5961" kern="1200">
                <a:solidFill>
                  <a:schemeClr val="tx1"/>
                </a:solidFill>
                <a:latin typeface="+mn-lt"/>
                <a:ea typeface="+mn-ea"/>
                <a:cs typeface="+mn-cs"/>
              </a:defRPr>
            </a:lvl4pPr>
            <a:lvl5pPr marL="6813080" indent="-757009" algn="l" defTabSz="3028036" rtl="0" eaLnBrk="1" latinLnBrk="0" hangingPunct="1">
              <a:lnSpc>
                <a:spcPct val="90000"/>
              </a:lnSpc>
              <a:spcBef>
                <a:spcPts val="1656"/>
              </a:spcBef>
              <a:buFont typeface="Arial" panose="020B0604020202020204" pitchFamily="34" charset="0"/>
              <a:buChar char="•"/>
              <a:defRPr sz="5961" kern="1200">
                <a:solidFill>
                  <a:schemeClr val="tx1"/>
                </a:solidFill>
                <a:latin typeface="+mn-lt"/>
                <a:ea typeface="+mn-ea"/>
                <a:cs typeface="+mn-cs"/>
              </a:defRPr>
            </a:lvl5pPr>
            <a:lvl6pPr marL="8327098" indent="-757009" algn="l" defTabSz="3028036" rtl="0" eaLnBrk="1" latinLnBrk="0" hangingPunct="1">
              <a:lnSpc>
                <a:spcPct val="90000"/>
              </a:lnSpc>
              <a:spcBef>
                <a:spcPts val="1656"/>
              </a:spcBef>
              <a:buFont typeface="Arial" panose="020B0604020202020204" pitchFamily="34" charset="0"/>
              <a:buChar char="•"/>
              <a:defRPr sz="5961" kern="1200">
                <a:solidFill>
                  <a:schemeClr val="tx1"/>
                </a:solidFill>
                <a:latin typeface="+mn-lt"/>
                <a:ea typeface="+mn-ea"/>
                <a:cs typeface="+mn-cs"/>
              </a:defRPr>
            </a:lvl6pPr>
            <a:lvl7pPr marL="9841116" indent="-757009" algn="l" defTabSz="3028036" rtl="0" eaLnBrk="1" latinLnBrk="0" hangingPunct="1">
              <a:lnSpc>
                <a:spcPct val="90000"/>
              </a:lnSpc>
              <a:spcBef>
                <a:spcPts val="1656"/>
              </a:spcBef>
              <a:buFont typeface="Arial" panose="020B0604020202020204" pitchFamily="34" charset="0"/>
              <a:buChar char="•"/>
              <a:defRPr sz="5961" kern="1200">
                <a:solidFill>
                  <a:schemeClr val="tx1"/>
                </a:solidFill>
                <a:latin typeface="+mn-lt"/>
                <a:ea typeface="+mn-ea"/>
                <a:cs typeface="+mn-cs"/>
              </a:defRPr>
            </a:lvl7pPr>
            <a:lvl8pPr marL="11355134" indent="-757009" algn="l" defTabSz="3028036" rtl="0" eaLnBrk="1" latinLnBrk="0" hangingPunct="1">
              <a:lnSpc>
                <a:spcPct val="90000"/>
              </a:lnSpc>
              <a:spcBef>
                <a:spcPts val="1656"/>
              </a:spcBef>
              <a:buFont typeface="Arial" panose="020B0604020202020204" pitchFamily="34" charset="0"/>
              <a:buChar char="•"/>
              <a:defRPr sz="5961" kern="1200">
                <a:solidFill>
                  <a:schemeClr val="tx1"/>
                </a:solidFill>
                <a:latin typeface="+mn-lt"/>
                <a:ea typeface="+mn-ea"/>
                <a:cs typeface="+mn-cs"/>
              </a:defRPr>
            </a:lvl8pPr>
            <a:lvl9pPr marL="12869151" indent="-757009" algn="l" defTabSz="3028036" rtl="0" eaLnBrk="1" latinLnBrk="0" hangingPunct="1">
              <a:lnSpc>
                <a:spcPct val="90000"/>
              </a:lnSpc>
              <a:spcBef>
                <a:spcPts val="1656"/>
              </a:spcBef>
              <a:buFont typeface="Arial" panose="020B0604020202020204" pitchFamily="34" charset="0"/>
              <a:buChar char="•"/>
              <a:defRPr sz="5961" kern="1200">
                <a:solidFill>
                  <a:schemeClr val="tx1"/>
                </a:solidFill>
                <a:latin typeface="+mn-lt"/>
                <a:ea typeface="+mn-ea"/>
                <a:cs typeface="+mn-cs"/>
              </a:defRPr>
            </a:lvl9pPr>
          </a:lstStyle>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r>
              <a:rPr lang="en-US" sz="9600" dirty="0">
                <a:solidFill>
                  <a:schemeClr val="bg1"/>
                </a:solidFill>
                <a:latin typeface="Berlin Sans FB" panose="020E0602020502020306" pitchFamily="34" charset="0"/>
              </a:rPr>
              <a:t>“Funding Information”</a:t>
            </a:r>
          </a:p>
          <a:p>
            <a:pPr marL="0" indent="0">
              <a:buFont typeface="Arial" panose="020B0604020202020204" pitchFamily="34" charset="0"/>
              <a:buNone/>
            </a:pPr>
            <a:endParaRPr lang="tr-TR" dirty="0"/>
          </a:p>
        </p:txBody>
      </p:sp>
      <p:sp>
        <p:nvSpPr>
          <p:cNvPr id="48" name="Rounded Rectangle 47">
            <a:extLst>
              <a:ext uri="{FF2B5EF4-FFF2-40B4-BE49-F238E27FC236}">
                <a16:creationId xmlns:a16="http://schemas.microsoft.com/office/drawing/2014/main" id="{18063593-411A-4C80-8100-EEACD81AB800}"/>
              </a:ext>
            </a:extLst>
          </p:cNvPr>
          <p:cNvSpPr/>
          <p:nvPr/>
        </p:nvSpPr>
        <p:spPr>
          <a:xfrm>
            <a:off x="20435189" y="40010122"/>
            <a:ext cx="9540000" cy="2700000"/>
          </a:xfrm>
          <a:prstGeom prst="roundRect">
            <a:avLst/>
          </a:prstGeom>
          <a:solidFill>
            <a:srgbClr val="000772"/>
          </a:solidFill>
          <a:ln>
            <a:noFill/>
          </a:ln>
          <a:effectLst>
            <a:softEdge rad="0"/>
          </a:effectLst>
        </p:spPr>
        <p:txBody>
          <a:bodyPr wrap="none" lIns="137160" tIns="68580" rIns="137160" bIns="68580" anchor="ctr"/>
          <a:lstStyle>
            <a:defPPr>
              <a:defRPr lang="en-US"/>
            </a:defPPr>
            <a:lvl1pPr algn="l" rtl="0" fontAlgn="base">
              <a:spcBef>
                <a:spcPct val="0"/>
              </a:spcBef>
              <a:spcAft>
                <a:spcPct val="0"/>
              </a:spcAft>
              <a:defRPr sz="3000" kern="1200">
                <a:solidFill>
                  <a:schemeClr val="tx1"/>
                </a:solidFill>
                <a:latin typeface="Arial" charset="0"/>
                <a:ea typeface="+mn-ea"/>
                <a:cs typeface="+mn-cs"/>
              </a:defRPr>
            </a:lvl1pPr>
            <a:lvl2pPr marL="457200" algn="l" rtl="0" fontAlgn="base">
              <a:spcBef>
                <a:spcPct val="0"/>
              </a:spcBef>
              <a:spcAft>
                <a:spcPct val="0"/>
              </a:spcAft>
              <a:defRPr sz="3000" kern="1200">
                <a:solidFill>
                  <a:schemeClr val="tx1"/>
                </a:solidFill>
                <a:latin typeface="Arial" charset="0"/>
                <a:ea typeface="+mn-ea"/>
                <a:cs typeface="+mn-cs"/>
              </a:defRPr>
            </a:lvl2pPr>
            <a:lvl3pPr marL="914400" algn="l" rtl="0" fontAlgn="base">
              <a:spcBef>
                <a:spcPct val="0"/>
              </a:spcBef>
              <a:spcAft>
                <a:spcPct val="0"/>
              </a:spcAft>
              <a:defRPr sz="3000" kern="1200">
                <a:solidFill>
                  <a:schemeClr val="tx1"/>
                </a:solidFill>
                <a:latin typeface="Arial" charset="0"/>
                <a:ea typeface="+mn-ea"/>
                <a:cs typeface="+mn-cs"/>
              </a:defRPr>
            </a:lvl3pPr>
            <a:lvl4pPr marL="1371600" algn="l" rtl="0" fontAlgn="base">
              <a:spcBef>
                <a:spcPct val="0"/>
              </a:spcBef>
              <a:spcAft>
                <a:spcPct val="0"/>
              </a:spcAft>
              <a:defRPr sz="3000" kern="1200">
                <a:solidFill>
                  <a:schemeClr val="tx1"/>
                </a:solidFill>
                <a:latin typeface="Arial" charset="0"/>
                <a:ea typeface="+mn-ea"/>
                <a:cs typeface="+mn-cs"/>
              </a:defRPr>
            </a:lvl4pPr>
            <a:lvl5pPr marL="1828800" algn="l" rtl="0" fontAlgn="base">
              <a:spcBef>
                <a:spcPct val="0"/>
              </a:spcBef>
              <a:spcAft>
                <a:spcPct val="0"/>
              </a:spcAft>
              <a:defRPr sz="3000" kern="1200">
                <a:solidFill>
                  <a:schemeClr val="tx1"/>
                </a:solidFill>
                <a:latin typeface="Arial" charset="0"/>
                <a:ea typeface="+mn-ea"/>
                <a:cs typeface="+mn-cs"/>
              </a:defRPr>
            </a:lvl5pPr>
            <a:lvl6pPr marL="2286000" algn="l" defTabSz="914400" rtl="0" eaLnBrk="1" latinLnBrk="0" hangingPunct="1">
              <a:defRPr sz="3000" kern="1200">
                <a:solidFill>
                  <a:schemeClr val="tx1"/>
                </a:solidFill>
                <a:latin typeface="Arial" charset="0"/>
                <a:ea typeface="+mn-ea"/>
                <a:cs typeface="+mn-cs"/>
              </a:defRPr>
            </a:lvl6pPr>
            <a:lvl7pPr marL="2743200" algn="l" defTabSz="914400" rtl="0" eaLnBrk="1" latinLnBrk="0" hangingPunct="1">
              <a:defRPr sz="3000" kern="1200">
                <a:solidFill>
                  <a:schemeClr val="tx1"/>
                </a:solidFill>
                <a:latin typeface="Arial" charset="0"/>
                <a:ea typeface="+mn-ea"/>
                <a:cs typeface="+mn-cs"/>
              </a:defRPr>
            </a:lvl7pPr>
            <a:lvl8pPr marL="3200400" algn="l" defTabSz="914400" rtl="0" eaLnBrk="1" latinLnBrk="0" hangingPunct="1">
              <a:defRPr sz="3000" kern="1200">
                <a:solidFill>
                  <a:schemeClr val="tx1"/>
                </a:solidFill>
                <a:latin typeface="Arial" charset="0"/>
                <a:ea typeface="+mn-ea"/>
                <a:cs typeface="+mn-cs"/>
              </a:defRPr>
            </a:lvl8pPr>
            <a:lvl9pPr marL="3657600" algn="l" defTabSz="914400" rtl="0" eaLnBrk="1" latinLnBrk="0" hangingPunct="1">
              <a:defRPr sz="3000" kern="1200">
                <a:solidFill>
                  <a:schemeClr val="tx1"/>
                </a:solidFill>
                <a:latin typeface="Arial" charset="0"/>
                <a:ea typeface="+mn-ea"/>
                <a:cs typeface="+mn-cs"/>
              </a:defRPr>
            </a:lvl9pPr>
          </a:lstStyle>
          <a:p>
            <a:pPr algn="ctr"/>
            <a:r>
              <a:rPr lang="en-US" sz="4400" dirty="0">
                <a:solidFill>
                  <a:schemeClr val="bg1"/>
                </a:solidFill>
                <a:latin typeface="Berlin Sans FB" panose="020E0602020502020306" pitchFamily="34" charset="0"/>
              </a:rPr>
              <a:t>“Sponsors”</a:t>
            </a:r>
          </a:p>
          <a:p>
            <a:pPr algn="ctr"/>
            <a:endParaRPr lang="en-US" sz="4400" dirty="0">
              <a:solidFill>
                <a:schemeClr val="bg1"/>
              </a:solidFill>
              <a:latin typeface="Berlin Sans FB" panose="020E0602020502020306" pitchFamily="34" charset="0"/>
            </a:endParaRPr>
          </a:p>
          <a:p>
            <a:pPr algn="ctr"/>
            <a:endParaRPr lang="tr-TR" sz="4400" dirty="0"/>
          </a:p>
        </p:txBody>
      </p:sp>
      <p:sp>
        <p:nvSpPr>
          <p:cNvPr id="55" name="Rounded Rectangle 54">
            <a:extLst>
              <a:ext uri="{FF2B5EF4-FFF2-40B4-BE49-F238E27FC236}">
                <a16:creationId xmlns:a16="http://schemas.microsoft.com/office/drawing/2014/main" id="{18063593-411A-4C80-8100-EEACD81AB800}"/>
              </a:ext>
            </a:extLst>
          </p:cNvPr>
          <p:cNvSpPr/>
          <p:nvPr/>
        </p:nvSpPr>
        <p:spPr>
          <a:xfrm>
            <a:off x="410011" y="5777647"/>
            <a:ext cx="9316754" cy="1313681"/>
          </a:xfrm>
          <a:prstGeom prst="roundRect">
            <a:avLst/>
          </a:prstGeom>
          <a:solidFill>
            <a:srgbClr val="000772"/>
          </a:solidFill>
          <a:ln>
            <a:noFill/>
          </a:ln>
          <a:effectLst>
            <a:softEdge rad="0"/>
          </a:effectLst>
        </p:spPr>
        <p:txBody>
          <a:bodyPr wrap="none" lIns="137160" tIns="68580" rIns="137160" bIns="68580" anchor="ctr"/>
          <a:lstStyle>
            <a:defPPr>
              <a:defRPr lang="en-US"/>
            </a:defPPr>
            <a:lvl1pPr algn="l" rtl="0" fontAlgn="base">
              <a:spcBef>
                <a:spcPct val="0"/>
              </a:spcBef>
              <a:spcAft>
                <a:spcPct val="0"/>
              </a:spcAft>
              <a:defRPr sz="3000" kern="1200">
                <a:solidFill>
                  <a:schemeClr val="tx1"/>
                </a:solidFill>
                <a:latin typeface="Arial" charset="0"/>
                <a:ea typeface="+mn-ea"/>
                <a:cs typeface="+mn-cs"/>
              </a:defRPr>
            </a:lvl1pPr>
            <a:lvl2pPr marL="457200" algn="l" rtl="0" fontAlgn="base">
              <a:spcBef>
                <a:spcPct val="0"/>
              </a:spcBef>
              <a:spcAft>
                <a:spcPct val="0"/>
              </a:spcAft>
              <a:defRPr sz="3000" kern="1200">
                <a:solidFill>
                  <a:schemeClr val="tx1"/>
                </a:solidFill>
                <a:latin typeface="Arial" charset="0"/>
                <a:ea typeface="+mn-ea"/>
                <a:cs typeface="+mn-cs"/>
              </a:defRPr>
            </a:lvl2pPr>
            <a:lvl3pPr marL="914400" algn="l" rtl="0" fontAlgn="base">
              <a:spcBef>
                <a:spcPct val="0"/>
              </a:spcBef>
              <a:spcAft>
                <a:spcPct val="0"/>
              </a:spcAft>
              <a:defRPr sz="3000" kern="1200">
                <a:solidFill>
                  <a:schemeClr val="tx1"/>
                </a:solidFill>
                <a:latin typeface="Arial" charset="0"/>
                <a:ea typeface="+mn-ea"/>
                <a:cs typeface="+mn-cs"/>
              </a:defRPr>
            </a:lvl3pPr>
            <a:lvl4pPr marL="1371600" algn="l" rtl="0" fontAlgn="base">
              <a:spcBef>
                <a:spcPct val="0"/>
              </a:spcBef>
              <a:spcAft>
                <a:spcPct val="0"/>
              </a:spcAft>
              <a:defRPr sz="3000" kern="1200">
                <a:solidFill>
                  <a:schemeClr val="tx1"/>
                </a:solidFill>
                <a:latin typeface="Arial" charset="0"/>
                <a:ea typeface="+mn-ea"/>
                <a:cs typeface="+mn-cs"/>
              </a:defRPr>
            </a:lvl4pPr>
            <a:lvl5pPr marL="1828800" algn="l" rtl="0" fontAlgn="base">
              <a:spcBef>
                <a:spcPct val="0"/>
              </a:spcBef>
              <a:spcAft>
                <a:spcPct val="0"/>
              </a:spcAft>
              <a:defRPr sz="3000" kern="1200">
                <a:solidFill>
                  <a:schemeClr val="tx1"/>
                </a:solidFill>
                <a:latin typeface="Arial" charset="0"/>
                <a:ea typeface="+mn-ea"/>
                <a:cs typeface="+mn-cs"/>
              </a:defRPr>
            </a:lvl5pPr>
            <a:lvl6pPr marL="2286000" algn="l" defTabSz="914400" rtl="0" eaLnBrk="1" latinLnBrk="0" hangingPunct="1">
              <a:defRPr sz="3000" kern="1200">
                <a:solidFill>
                  <a:schemeClr val="tx1"/>
                </a:solidFill>
                <a:latin typeface="Arial" charset="0"/>
                <a:ea typeface="+mn-ea"/>
                <a:cs typeface="+mn-cs"/>
              </a:defRPr>
            </a:lvl6pPr>
            <a:lvl7pPr marL="2743200" algn="l" defTabSz="914400" rtl="0" eaLnBrk="1" latinLnBrk="0" hangingPunct="1">
              <a:defRPr sz="3000" kern="1200">
                <a:solidFill>
                  <a:schemeClr val="tx1"/>
                </a:solidFill>
                <a:latin typeface="Arial" charset="0"/>
                <a:ea typeface="+mn-ea"/>
                <a:cs typeface="+mn-cs"/>
              </a:defRPr>
            </a:lvl7pPr>
            <a:lvl8pPr marL="3200400" algn="l" defTabSz="914400" rtl="0" eaLnBrk="1" latinLnBrk="0" hangingPunct="1">
              <a:defRPr sz="3000" kern="1200">
                <a:solidFill>
                  <a:schemeClr val="tx1"/>
                </a:solidFill>
                <a:latin typeface="Arial" charset="0"/>
                <a:ea typeface="+mn-ea"/>
                <a:cs typeface="+mn-cs"/>
              </a:defRPr>
            </a:lvl8pPr>
            <a:lvl9pPr marL="3657600" algn="l" defTabSz="914400" rtl="0" eaLnBrk="1" latinLnBrk="0" hangingPunct="1">
              <a:defRPr sz="3000" kern="1200">
                <a:solidFill>
                  <a:schemeClr val="tx1"/>
                </a:solidFill>
                <a:latin typeface="Arial" charset="0"/>
                <a:ea typeface="+mn-ea"/>
                <a:cs typeface="+mn-cs"/>
              </a:defRPr>
            </a:lvl9pPr>
          </a:lstStyle>
          <a:p>
            <a:pPr algn="ctr" defTabSz="4703763">
              <a:defRPr/>
            </a:pPr>
            <a:r>
              <a:rPr lang="tr-TR" sz="4400" b="1" cap="small" dirty="0">
                <a:solidFill>
                  <a:schemeClr val="bg1"/>
                </a:solidFill>
                <a:latin typeface="Berlin Sans FB" panose="020E0602020502020306" pitchFamily="34" charset="0"/>
                <a:cs typeface="Times New Roman" panose="02020603050405020304" pitchFamily="18" charset="0"/>
              </a:rPr>
              <a:t>Abstract</a:t>
            </a:r>
          </a:p>
        </p:txBody>
      </p:sp>
      <p:sp>
        <p:nvSpPr>
          <p:cNvPr id="56" name="Rounded Rectangle 55">
            <a:extLst>
              <a:ext uri="{FF2B5EF4-FFF2-40B4-BE49-F238E27FC236}">
                <a16:creationId xmlns:a16="http://schemas.microsoft.com/office/drawing/2014/main" id="{18063593-411A-4C80-8100-EEACD81AB800}"/>
              </a:ext>
            </a:extLst>
          </p:cNvPr>
          <p:cNvSpPr/>
          <p:nvPr/>
        </p:nvSpPr>
        <p:spPr>
          <a:xfrm>
            <a:off x="10589561" y="5777646"/>
            <a:ext cx="9316754" cy="1313681"/>
          </a:xfrm>
          <a:prstGeom prst="roundRect">
            <a:avLst/>
          </a:prstGeom>
          <a:solidFill>
            <a:srgbClr val="000772"/>
          </a:solidFill>
          <a:ln>
            <a:noFill/>
          </a:ln>
          <a:effectLst>
            <a:softEdge rad="0"/>
          </a:effectLst>
        </p:spPr>
        <p:txBody>
          <a:bodyPr wrap="none" lIns="137160" tIns="68580" rIns="137160" bIns="68580" anchor="ctr"/>
          <a:lstStyle>
            <a:defPPr>
              <a:defRPr lang="en-US"/>
            </a:defPPr>
            <a:lvl1pPr algn="l" rtl="0" fontAlgn="base">
              <a:spcBef>
                <a:spcPct val="0"/>
              </a:spcBef>
              <a:spcAft>
                <a:spcPct val="0"/>
              </a:spcAft>
              <a:defRPr sz="3000" kern="1200">
                <a:solidFill>
                  <a:schemeClr val="tx1"/>
                </a:solidFill>
                <a:latin typeface="Arial" charset="0"/>
                <a:ea typeface="+mn-ea"/>
                <a:cs typeface="+mn-cs"/>
              </a:defRPr>
            </a:lvl1pPr>
            <a:lvl2pPr marL="457200" algn="l" rtl="0" fontAlgn="base">
              <a:spcBef>
                <a:spcPct val="0"/>
              </a:spcBef>
              <a:spcAft>
                <a:spcPct val="0"/>
              </a:spcAft>
              <a:defRPr sz="3000" kern="1200">
                <a:solidFill>
                  <a:schemeClr val="tx1"/>
                </a:solidFill>
                <a:latin typeface="Arial" charset="0"/>
                <a:ea typeface="+mn-ea"/>
                <a:cs typeface="+mn-cs"/>
              </a:defRPr>
            </a:lvl2pPr>
            <a:lvl3pPr marL="914400" algn="l" rtl="0" fontAlgn="base">
              <a:spcBef>
                <a:spcPct val="0"/>
              </a:spcBef>
              <a:spcAft>
                <a:spcPct val="0"/>
              </a:spcAft>
              <a:defRPr sz="3000" kern="1200">
                <a:solidFill>
                  <a:schemeClr val="tx1"/>
                </a:solidFill>
                <a:latin typeface="Arial" charset="0"/>
                <a:ea typeface="+mn-ea"/>
                <a:cs typeface="+mn-cs"/>
              </a:defRPr>
            </a:lvl3pPr>
            <a:lvl4pPr marL="1371600" algn="l" rtl="0" fontAlgn="base">
              <a:spcBef>
                <a:spcPct val="0"/>
              </a:spcBef>
              <a:spcAft>
                <a:spcPct val="0"/>
              </a:spcAft>
              <a:defRPr sz="3000" kern="1200">
                <a:solidFill>
                  <a:schemeClr val="tx1"/>
                </a:solidFill>
                <a:latin typeface="Arial" charset="0"/>
                <a:ea typeface="+mn-ea"/>
                <a:cs typeface="+mn-cs"/>
              </a:defRPr>
            </a:lvl4pPr>
            <a:lvl5pPr marL="1828800" algn="l" rtl="0" fontAlgn="base">
              <a:spcBef>
                <a:spcPct val="0"/>
              </a:spcBef>
              <a:spcAft>
                <a:spcPct val="0"/>
              </a:spcAft>
              <a:defRPr sz="3000" kern="1200">
                <a:solidFill>
                  <a:schemeClr val="tx1"/>
                </a:solidFill>
                <a:latin typeface="Arial" charset="0"/>
                <a:ea typeface="+mn-ea"/>
                <a:cs typeface="+mn-cs"/>
              </a:defRPr>
            </a:lvl5pPr>
            <a:lvl6pPr marL="2286000" algn="l" defTabSz="914400" rtl="0" eaLnBrk="1" latinLnBrk="0" hangingPunct="1">
              <a:defRPr sz="3000" kern="1200">
                <a:solidFill>
                  <a:schemeClr val="tx1"/>
                </a:solidFill>
                <a:latin typeface="Arial" charset="0"/>
                <a:ea typeface="+mn-ea"/>
                <a:cs typeface="+mn-cs"/>
              </a:defRPr>
            </a:lvl6pPr>
            <a:lvl7pPr marL="2743200" algn="l" defTabSz="914400" rtl="0" eaLnBrk="1" latinLnBrk="0" hangingPunct="1">
              <a:defRPr sz="3000" kern="1200">
                <a:solidFill>
                  <a:schemeClr val="tx1"/>
                </a:solidFill>
                <a:latin typeface="Arial" charset="0"/>
                <a:ea typeface="+mn-ea"/>
                <a:cs typeface="+mn-cs"/>
              </a:defRPr>
            </a:lvl7pPr>
            <a:lvl8pPr marL="3200400" algn="l" defTabSz="914400" rtl="0" eaLnBrk="1" latinLnBrk="0" hangingPunct="1">
              <a:defRPr sz="3000" kern="1200">
                <a:solidFill>
                  <a:schemeClr val="tx1"/>
                </a:solidFill>
                <a:latin typeface="Arial" charset="0"/>
                <a:ea typeface="+mn-ea"/>
                <a:cs typeface="+mn-cs"/>
              </a:defRPr>
            </a:lvl8pPr>
            <a:lvl9pPr marL="3657600" algn="l" defTabSz="914400" rtl="0" eaLnBrk="1" latinLnBrk="0" hangingPunct="1">
              <a:defRPr sz="3000" kern="1200">
                <a:solidFill>
                  <a:schemeClr val="tx1"/>
                </a:solidFill>
                <a:latin typeface="Arial" charset="0"/>
                <a:ea typeface="+mn-ea"/>
                <a:cs typeface="+mn-cs"/>
              </a:defRPr>
            </a:lvl9pPr>
          </a:lstStyle>
          <a:p>
            <a:pPr algn="ctr" defTabSz="4703763">
              <a:defRPr/>
            </a:pPr>
            <a:r>
              <a:rPr lang="en-US" sz="4400" b="1" cap="small" dirty="0">
                <a:solidFill>
                  <a:schemeClr val="bg1"/>
                </a:solidFill>
                <a:latin typeface="Berlin Sans FB" panose="020E0602020502020306" pitchFamily="34" charset="0"/>
                <a:cs typeface="Times New Roman" panose="02020603050405020304" pitchFamily="18" charset="0"/>
              </a:rPr>
              <a:t>Methodology</a:t>
            </a:r>
            <a:endParaRPr lang="tr-TR" sz="4400" b="1" cap="small" dirty="0">
              <a:solidFill>
                <a:schemeClr val="bg1"/>
              </a:solidFill>
              <a:latin typeface="Berlin Sans FB" panose="020E0602020502020306" pitchFamily="34" charset="0"/>
              <a:cs typeface="Times New Roman" panose="02020603050405020304" pitchFamily="18" charset="0"/>
            </a:endParaRPr>
          </a:p>
        </p:txBody>
      </p:sp>
      <p:sp>
        <p:nvSpPr>
          <p:cNvPr id="57" name="Rounded Rectangle 56">
            <a:extLst>
              <a:ext uri="{FF2B5EF4-FFF2-40B4-BE49-F238E27FC236}">
                <a16:creationId xmlns:a16="http://schemas.microsoft.com/office/drawing/2014/main" id="{18063593-411A-4C80-8100-EEACD81AB800}"/>
              </a:ext>
            </a:extLst>
          </p:cNvPr>
          <p:cNvSpPr/>
          <p:nvPr/>
        </p:nvSpPr>
        <p:spPr>
          <a:xfrm>
            <a:off x="20576309" y="24071788"/>
            <a:ext cx="9316754" cy="1313681"/>
          </a:xfrm>
          <a:prstGeom prst="roundRect">
            <a:avLst/>
          </a:prstGeom>
          <a:solidFill>
            <a:srgbClr val="000772"/>
          </a:solidFill>
          <a:ln>
            <a:noFill/>
          </a:ln>
          <a:effectLst>
            <a:softEdge rad="0"/>
          </a:effectLst>
        </p:spPr>
        <p:txBody>
          <a:bodyPr wrap="none" lIns="137160" tIns="68580" rIns="137160" bIns="68580" anchor="ctr"/>
          <a:lstStyle>
            <a:defPPr>
              <a:defRPr lang="en-US"/>
            </a:defPPr>
            <a:lvl1pPr algn="l" rtl="0" fontAlgn="base">
              <a:spcBef>
                <a:spcPct val="0"/>
              </a:spcBef>
              <a:spcAft>
                <a:spcPct val="0"/>
              </a:spcAft>
              <a:defRPr sz="3000" kern="1200">
                <a:solidFill>
                  <a:schemeClr val="tx1"/>
                </a:solidFill>
                <a:latin typeface="Arial" charset="0"/>
                <a:ea typeface="+mn-ea"/>
                <a:cs typeface="+mn-cs"/>
              </a:defRPr>
            </a:lvl1pPr>
            <a:lvl2pPr marL="457200" algn="l" rtl="0" fontAlgn="base">
              <a:spcBef>
                <a:spcPct val="0"/>
              </a:spcBef>
              <a:spcAft>
                <a:spcPct val="0"/>
              </a:spcAft>
              <a:defRPr sz="3000" kern="1200">
                <a:solidFill>
                  <a:schemeClr val="tx1"/>
                </a:solidFill>
                <a:latin typeface="Arial" charset="0"/>
                <a:ea typeface="+mn-ea"/>
                <a:cs typeface="+mn-cs"/>
              </a:defRPr>
            </a:lvl2pPr>
            <a:lvl3pPr marL="914400" algn="l" rtl="0" fontAlgn="base">
              <a:spcBef>
                <a:spcPct val="0"/>
              </a:spcBef>
              <a:spcAft>
                <a:spcPct val="0"/>
              </a:spcAft>
              <a:defRPr sz="3000" kern="1200">
                <a:solidFill>
                  <a:schemeClr val="tx1"/>
                </a:solidFill>
                <a:latin typeface="Arial" charset="0"/>
                <a:ea typeface="+mn-ea"/>
                <a:cs typeface="+mn-cs"/>
              </a:defRPr>
            </a:lvl3pPr>
            <a:lvl4pPr marL="1371600" algn="l" rtl="0" fontAlgn="base">
              <a:spcBef>
                <a:spcPct val="0"/>
              </a:spcBef>
              <a:spcAft>
                <a:spcPct val="0"/>
              </a:spcAft>
              <a:defRPr sz="3000" kern="1200">
                <a:solidFill>
                  <a:schemeClr val="tx1"/>
                </a:solidFill>
                <a:latin typeface="Arial" charset="0"/>
                <a:ea typeface="+mn-ea"/>
                <a:cs typeface="+mn-cs"/>
              </a:defRPr>
            </a:lvl4pPr>
            <a:lvl5pPr marL="1828800" algn="l" rtl="0" fontAlgn="base">
              <a:spcBef>
                <a:spcPct val="0"/>
              </a:spcBef>
              <a:spcAft>
                <a:spcPct val="0"/>
              </a:spcAft>
              <a:defRPr sz="3000" kern="1200">
                <a:solidFill>
                  <a:schemeClr val="tx1"/>
                </a:solidFill>
                <a:latin typeface="Arial" charset="0"/>
                <a:ea typeface="+mn-ea"/>
                <a:cs typeface="+mn-cs"/>
              </a:defRPr>
            </a:lvl5pPr>
            <a:lvl6pPr marL="2286000" algn="l" defTabSz="914400" rtl="0" eaLnBrk="1" latinLnBrk="0" hangingPunct="1">
              <a:defRPr sz="3000" kern="1200">
                <a:solidFill>
                  <a:schemeClr val="tx1"/>
                </a:solidFill>
                <a:latin typeface="Arial" charset="0"/>
                <a:ea typeface="+mn-ea"/>
                <a:cs typeface="+mn-cs"/>
              </a:defRPr>
            </a:lvl6pPr>
            <a:lvl7pPr marL="2743200" algn="l" defTabSz="914400" rtl="0" eaLnBrk="1" latinLnBrk="0" hangingPunct="1">
              <a:defRPr sz="3000" kern="1200">
                <a:solidFill>
                  <a:schemeClr val="tx1"/>
                </a:solidFill>
                <a:latin typeface="Arial" charset="0"/>
                <a:ea typeface="+mn-ea"/>
                <a:cs typeface="+mn-cs"/>
              </a:defRPr>
            </a:lvl7pPr>
            <a:lvl8pPr marL="3200400" algn="l" defTabSz="914400" rtl="0" eaLnBrk="1" latinLnBrk="0" hangingPunct="1">
              <a:defRPr sz="3000" kern="1200">
                <a:solidFill>
                  <a:schemeClr val="tx1"/>
                </a:solidFill>
                <a:latin typeface="Arial" charset="0"/>
                <a:ea typeface="+mn-ea"/>
                <a:cs typeface="+mn-cs"/>
              </a:defRPr>
            </a:lvl8pPr>
            <a:lvl9pPr marL="3657600" algn="l" defTabSz="914400" rtl="0" eaLnBrk="1" latinLnBrk="0" hangingPunct="1">
              <a:defRPr sz="3000" kern="1200">
                <a:solidFill>
                  <a:schemeClr val="tx1"/>
                </a:solidFill>
                <a:latin typeface="Arial" charset="0"/>
                <a:ea typeface="+mn-ea"/>
                <a:cs typeface="+mn-cs"/>
              </a:defRPr>
            </a:lvl9pPr>
          </a:lstStyle>
          <a:p>
            <a:pPr algn="ctr" defTabSz="4703763">
              <a:defRPr/>
            </a:pPr>
            <a:r>
              <a:rPr lang="en-US" sz="4400" b="1" cap="small" dirty="0">
                <a:solidFill>
                  <a:schemeClr val="bg1"/>
                </a:solidFill>
                <a:latin typeface="Berlin Sans FB" panose="020E0602020502020306" pitchFamily="34" charset="0"/>
                <a:cs typeface="Times New Roman" panose="02020603050405020304" pitchFamily="18" charset="0"/>
              </a:rPr>
              <a:t>Conclusion</a:t>
            </a:r>
            <a:endParaRPr lang="tr-TR" sz="4400" b="1" cap="small" dirty="0">
              <a:solidFill>
                <a:schemeClr val="bg1"/>
              </a:solidFill>
              <a:latin typeface="Berlin Sans FB" panose="020E0602020502020306" pitchFamily="34" charset="0"/>
              <a:cs typeface="Times New Roman" panose="02020603050405020304" pitchFamily="18" charset="0"/>
            </a:endParaRPr>
          </a:p>
        </p:txBody>
      </p:sp>
      <p:sp>
        <p:nvSpPr>
          <p:cNvPr id="58" name="Rounded Rectangle 57">
            <a:extLst>
              <a:ext uri="{FF2B5EF4-FFF2-40B4-BE49-F238E27FC236}">
                <a16:creationId xmlns:a16="http://schemas.microsoft.com/office/drawing/2014/main" id="{18063593-411A-4C80-8100-EEACD81AB800}"/>
              </a:ext>
            </a:extLst>
          </p:cNvPr>
          <p:cNvSpPr/>
          <p:nvPr/>
        </p:nvSpPr>
        <p:spPr>
          <a:xfrm>
            <a:off x="410011" y="16869524"/>
            <a:ext cx="9316754" cy="1313681"/>
          </a:xfrm>
          <a:prstGeom prst="roundRect">
            <a:avLst/>
          </a:prstGeom>
          <a:solidFill>
            <a:srgbClr val="000772"/>
          </a:solidFill>
          <a:ln>
            <a:noFill/>
          </a:ln>
          <a:effectLst>
            <a:softEdge rad="0"/>
          </a:effectLst>
        </p:spPr>
        <p:txBody>
          <a:bodyPr wrap="none" lIns="137160" tIns="68580" rIns="137160" bIns="68580" anchor="ctr"/>
          <a:lstStyle>
            <a:defPPr>
              <a:defRPr lang="en-US"/>
            </a:defPPr>
            <a:lvl1pPr algn="l" rtl="0" fontAlgn="base">
              <a:spcBef>
                <a:spcPct val="0"/>
              </a:spcBef>
              <a:spcAft>
                <a:spcPct val="0"/>
              </a:spcAft>
              <a:defRPr sz="3000" kern="1200">
                <a:solidFill>
                  <a:schemeClr val="tx1"/>
                </a:solidFill>
                <a:latin typeface="Arial" charset="0"/>
                <a:ea typeface="+mn-ea"/>
                <a:cs typeface="+mn-cs"/>
              </a:defRPr>
            </a:lvl1pPr>
            <a:lvl2pPr marL="457200" algn="l" rtl="0" fontAlgn="base">
              <a:spcBef>
                <a:spcPct val="0"/>
              </a:spcBef>
              <a:spcAft>
                <a:spcPct val="0"/>
              </a:spcAft>
              <a:defRPr sz="3000" kern="1200">
                <a:solidFill>
                  <a:schemeClr val="tx1"/>
                </a:solidFill>
                <a:latin typeface="Arial" charset="0"/>
                <a:ea typeface="+mn-ea"/>
                <a:cs typeface="+mn-cs"/>
              </a:defRPr>
            </a:lvl2pPr>
            <a:lvl3pPr marL="914400" algn="l" rtl="0" fontAlgn="base">
              <a:spcBef>
                <a:spcPct val="0"/>
              </a:spcBef>
              <a:spcAft>
                <a:spcPct val="0"/>
              </a:spcAft>
              <a:defRPr sz="3000" kern="1200">
                <a:solidFill>
                  <a:schemeClr val="tx1"/>
                </a:solidFill>
                <a:latin typeface="Arial" charset="0"/>
                <a:ea typeface="+mn-ea"/>
                <a:cs typeface="+mn-cs"/>
              </a:defRPr>
            </a:lvl3pPr>
            <a:lvl4pPr marL="1371600" algn="l" rtl="0" fontAlgn="base">
              <a:spcBef>
                <a:spcPct val="0"/>
              </a:spcBef>
              <a:spcAft>
                <a:spcPct val="0"/>
              </a:spcAft>
              <a:defRPr sz="3000" kern="1200">
                <a:solidFill>
                  <a:schemeClr val="tx1"/>
                </a:solidFill>
                <a:latin typeface="Arial" charset="0"/>
                <a:ea typeface="+mn-ea"/>
                <a:cs typeface="+mn-cs"/>
              </a:defRPr>
            </a:lvl4pPr>
            <a:lvl5pPr marL="1828800" algn="l" rtl="0" fontAlgn="base">
              <a:spcBef>
                <a:spcPct val="0"/>
              </a:spcBef>
              <a:spcAft>
                <a:spcPct val="0"/>
              </a:spcAft>
              <a:defRPr sz="3000" kern="1200">
                <a:solidFill>
                  <a:schemeClr val="tx1"/>
                </a:solidFill>
                <a:latin typeface="Arial" charset="0"/>
                <a:ea typeface="+mn-ea"/>
                <a:cs typeface="+mn-cs"/>
              </a:defRPr>
            </a:lvl5pPr>
            <a:lvl6pPr marL="2286000" algn="l" defTabSz="914400" rtl="0" eaLnBrk="1" latinLnBrk="0" hangingPunct="1">
              <a:defRPr sz="3000" kern="1200">
                <a:solidFill>
                  <a:schemeClr val="tx1"/>
                </a:solidFill>
                <a:latin typeface="Arial" charset="0"/>
                <a:ea typeface="+mn-ea"/>
                <a:cs typeface="+mn-cs"/>
              </a:defRPr>
            </a:lvl6pPr>
            <a:lvl7pPr marL="2743200" algn="l" defTabSz="914400" rtl="0" eaLnBrk="1" latinLnBrk="0" hangingPunct="1">
              <a:defRPr sz="3000" kern="1200">
                <a:solidFill>
                  <a:schemeClr val="tx1"/>
                </a:solidFill>
                <a:latin typeface="Arial" charset="0"/>
                <a:ea typeface="+mn-ea"/>
                <a:cs typeface="+mn-cs"/>
              </a:defRPr>
            </a:lvl7pPr>
            <a:lvl8pPr marL="3200400" algn="l" defTabSz="914400" rtl="0" eaLnBrk="1" latinLnBrk="0" hangingPunct="1">
              <a:defRPr sz="3000" kern="1200">
                <a:solidFill>
                  <a:schemeClr val="tx1"/>
                </a:solidFill>
                <a:latin typeface="Arial" charset="0"/>
                <a:ea typeface="+mn-ea"/>
                <a:cs typeface="+mn-cs"/>
              </a:defRPr>
            </a:lvl8pPr>
            <a:lvl9pPr marL="3657600" algn="l" defTabSz="914400" rtl="0" eaLnBrk="1" latinLnBrk="0" hangingPunct="1">
              <a:defRPr sz="3000" kern="1200">
                <a:solidFill>
                  <a:schemeClr val="tx1"/>
                </a:solidFill>
                <a:latin typeface="Arial" charset="0"/>
                <a:ea typeface="+mn-ea"/>
                <a:cs typeface="+mn-cs"/>
              </a:defRPr>
            </a:lvl9pPr>
          </a:lstStyle>
          <a:p>
            <a:pPr algn="ctr" defTabSz="4703763">
              <a:defRPr/>
            </a:pPr>
            <a:r>
              <a:rPr lang="en-US" sz="4400" b="1" cap="small" dirty="0">
                <a:solidFill>
                  <a:schemeClr val="bg1"/>
                </a:solidFill>
                <a:latin typeface="Berlin Sans FB" panose="020E0602020502020306" pitchFamily="34" charset="0"/>
                <a:cs typeface="Times New Roman" panose="02020603050405020304" pitchFamily="18" charset="0"/>
              </a:rPr>
              <a:t>Background</a:t>
            </a:r>
            <a:endParaRPr lang="tr-TR" sz="4400" b="1" cap="small" dirty="0">
              <a:solidFill>
                <a:schemeClr val="bg1"/>
              </a:solidFill>
              <a:latin typeface="Berlin Sans FB" panose="020E0602020502020306" pitchFamily="34" charset="0"/>
              <a:cs typeface="Times New Roman" panose="02020603050405020304" pitchFamily="18" charset="0"/>
            </a:endParaRPr>
          </a:p>
        </p:txBody>
      </p:sp>
      <p:sp>
        <p:nvSpPr>
          <p:cNvPr id="59" name="Rounded Rectangle 58">
            <a:extLst>
              <a:ext uri="{FF2B5EF4-FFF2-40B4-BE49-F238E27FC236}">
                <a16:creationId xmlns:a16="http://schemas.microsoft.com/office/drawing/2014/main" id="{18063593-411A-4C80-8100-EEACD81AB800}"/>
              </a:ext>
            </a:extLst>
          </p:cNvPr>
          <p:cNvSpPr/>
          <p:nvPr/>
        </p:nvSpPr>
        <p:spPr>
          <a:xfrm>
            <a:off x="20576309" y="33026912"/>
            <a:ext cx="9316754" cy="1313681"/>
          </a:xfrm>
          <a:prstGeom prst="roundRect">
            <a:avLst/>
          </a:prstGeom>
          <a:solidFill>
            <a:srgbClr val="000772"/>
          </a:solidFill>
          <a:ln>
            <a:noFill/>
          </a:ln>
          <a:effectLst>
            <a:softEdge rad="0"/>
          </a:effectLst>
        </p:spPr>
        <p:txBody>
          <a:bodyPr wrap="none" lIns="137160" tIns="68580" rIns="137160" bIns="68580" anchor="ctr"/>
          <a:lstStyle>
            <a:defPPr>
              <a:defRPr lang="en-US"/>
            </a:defPPr>
            <a:lvl1pPr algn="l" rtl="0" fontAlgn="base">
              <a:spcBef>
                <a:spcPct val="0"/>
              </a:spcBef>
              <a:spcAft>
                <a:spcPct val="0"/>
              </a:spcAft>
              <a:defRPr sz="3000" kern="1200">
                <a:solidFill>
                  <a:schemeClr val="tx1"/>
                </a:solidFill>
                <a:latin typeface="Arial" charset="0"/>
                <a:ea typeface="+mn-ea"/>
                <a:cs typeface="+mn-cs"/>
              </a:defRPr>
            </a:lvl1pPr>
            <a:lvl2pPr marL="457200" algn="l" rtl="0" fontAlgn="base">
              <a:spcBef>
                <a:spcPct val="0"/>
              </a:spcBef>
              <a:spcAft>
                <a:spcPct val="0"/>
              </a:spcAft>
              <a:defRPr sz="3000" kern="1200">
                <a:solidFill>
                  <a:schemeClr val="tx1"/>
                </a:solidFill>
                <a:latin typeface="Arial" charset="0"/>
                <a:ea typeface="+mn-ea"/>
                <a:cs typeface="+mn-cs"/>
              </a:defRPr>
            </a:lvl2pPr>
            <a:lvl3pPr marL="914400" algn="l" rtl="0" fontAlgn="base">
              <a:spcBef>
                <a:spcPct val="0"/>
              </a:spcBef>
              <a:spcAft>
                <a:spcPct val="0"/>
              </a:spcAft>
              <a:defRPr sz="3000" kern="1200">
                <a:solidFill>
                  <a:schemeClr val="tx1"/>
                </a:solidFill>
                <a:latin typeface="Arial" charset="0"/>
                <a:ea typeface="+mn-ea"/>
                <a:cs typeface="+mn-cs"/>
              </a:defRPr>
            </a:lvl3pPr>
            <a:lvl4pPr marL="1371600" algn="l" rtl="0" fontAlgn="base">
              <a:spcBef>
                <a:spcPct val="0"/>
              </a:spcBef>
              <a:spcAft>
                <a:spcPct val="0"/>
              </a:spcAft>
              <a:defRPr sz="3000" kern="1200">
                <a:solidFill>
                  <a:schemeClr val="tx1"/>
                </a:solidFill>
                <a:latin typeface="Arial" charset="0"/>
                <a:ea typeface="+mn-ea"/>
                <a:cs typeface="+mn-cs"/>
              </a:defRPr>
            </a:lvl4pPr>
            <a:lvl5pPr marL="1828800" algn="l" rtl="0" fontAlgn="base">
              <a:spcBef>
                <a:spcPct val="0"/>
              </a:spcBef>
              <a:spcAft>
                <a:spcPct val="0"/>
              </a:spcAft>
              <a:defRPr sz="3000" kern="1200">
                <a:solidFill>
                  <a:schemeClr val="tx1"/>
                </a:solidFill>
                <a:latin typeface="Arial" charset="0"/>
                <a:ea typeface="+mn-ea"/>
                <a:cs typeface="+mn-cs"/>
              </a:defRPr>
            </a:lvl5pPr>
            <a:lvl6pPr marL="2286000" algn="l" defTabSz="914400" rtl="0" eaLnBrk="1" latinLnBrk="0" hangingPunct="1">
              <a:defRPr sz="3000" kern="1200">
                <a:solidFill>
                  <a:schemeClr val="tx1"/>
                </a:solidFill>
                <a:latin typeface="Arial" charset="0"/>
                <a:ea typeface="+mn-ea"/>
                <a:cs typeface="+mn-cs"/>
              </a:defRPr>
            </a:lvl6pPr>
            <a:lvl7pPr marL="2743200" algn="l" defTabSz="914400" rtl="0" eaLnBrk="1" latinLnBrk="0" hangingPunct="1">
              <a:defRPr sz="3000" kern="1200">
                <a:solidFill>
                  <a:schemeClr val="tx1"/>
                </a:solidFill>
                <a:latin typeface="Arial" charset="0"/>
                <a:ea typeface="+mn-ea"/>
                <a:cs typeface="+mn-cs"/>
              </a:defRPr>
            </a:lvl7pPr>
            <a:lvl8pPr marL="3200400" algn="l" defTabSz="914400" rtl="0" eaLnBrk="1" latinLnBrk="0" hangingPunct="1">
              <a:defRPr sz="3000" kern="1200">
                <a:solidFill>
                  <a:schemeClr val="tx1"/>
                </a:solidFill>
                <a:latin typeface="Arial" charset="0"/>
                <a:ea typeface="+mn-ea"/>
                <a:cs typeface="+mn-cs"/>
              </a:defRPr>
            </a:lvl8pPr>
            <a:lvl9pPr marL="3657600" algn="l" defTabSz="914400" rtl="0" eaLnBrk="1" latinLnBrk="0" hangingPunct="1">
              <a:defRPr sz="3000" kern="1200">
                <a:solidFill>
                  <a:schemeClr val="tx1"/>
                </a:solidFill>
                <a:latin typeface="Arial" charset="0"/>
                <a:ea typeface="+mn-ea"/>
                <a:cs typeface="+mn-cs"/>
              </a:defRPr>
            </a:lvl9pPr>
          </a:lstStyle>
          <a:p>
            <a:pPr algn="ctr" defTabSz="4703763">
              <a:defRPr/>
            </a:pPr>
            <a:r>
              <a:rPr lang="en-US" sz="4400" b="1" cap="small" dirty="0">
                <a:solidFill>
                  <a:schemeClr val="bg1"/>
                </a:solidFill>
                <a:latin typeface="Berlin Sans FB" panose="020E0602020502020306" pitchFamily="34" charset="0"/>
                <a:cs typeface="Times New Roman" panose="02020603050405020304" pitchFamily="18" charset="0"/>
              </a:rPr>
              <a:t>Future Work</a:t>
            </a:r>
            <a:endParaRPr lang="tr-TR" sz="4400" b="1" cap="small" dirty="0">
              <a:solidFill>
                <a:schemeClr val="bg1"/>
              </a:solidFill>
              <a:latin typeface="Berlin Sans FB" panose="020E0602020502020306" pitchFamily="34" charset="0"/>
              <a:cs typeface="Times New Roman" panose="02020603050405020304" pitchFamily="18" charset="0"/>
            </a:endParaRPr>
          </a:p>
        </p:txBody>
      </p:sp>
      <p:sp>
        <p:nvSpPr>
          <p:cNvPr id="60" name="Rounded Rectangle 59">
            <a:extLst>
              <a:ext uri="{FF2B5EF4-FFF2-40B4-BE49-F238E27FC236}">
                <a16:creationId xmlns:a16="http://schemas.microsoft.com/office/drawing/2014/main" id="{18063593-411A-4C80-8100-EEACD81AB800}"/>
              </a:ext>
            </a:extLst>
          </p:cNvPr>
          <p:cNvSpPr/>
          <p:nvPr/>
        </p:nvSpPr>
        <p:spPr>
          <a:xfrm>
            <a:off x="20648003" y="5772657"/>
            <a:ext cx="9316754" cy="1313681"/>
          </a:xfrm>
          <a:prstGeom prst="roundRect">
            <a:avLst/>
          </a:prstGeom>
          <a:solidFill>
            <a:srgbClr val="000772"/>
          </a:solidFill>
          <a:ln>
            <a:noFill/>
          </a:ln>
          <a:effectLst>
            <a:softEdge rad="0"/>
          </a:effectLst>
        </p:spPr>
        <p:txBody>
          <a:bodyPr wrap="none" lIns="137160" tIns="68580" rIns="137160" bIns="68580" anchor="ctr"/>
          <a:lstStyle>
            <a:defPPr>
              <a:defRPr lang="en-US"/>
            </a:defPPr>
            <a:lvl1pPr algn="l" rtl="0" fontAlgn="base">
              <a:spcBef>
                <a:spcPct val="0"/>
              </a:spcBef>
              <a:spcAft>
                <a:spcPct val="0"/>
              </a:spcAft>
              <a:defRPr sz="3000" kern="1200">
                <a:solidFill>
                  <a:schemeClr val="tx1"/>
                </a:solidFill>
                <a:latin typeface="Arial" charset="0"/>
                <a:ea typeface="+mn-ea"/>
                <a:cs typeface="+mn-cs"/>
              </a:defRPr>
            </a:lvl1pPr>
            <a:lvl2pPr marL="457200" algn="l" rtl="0" fontAlgn="base">
              <a:spcBef>
                <a:spcPct val="0"/>
              </a:spcBef>
              <a:spcAft>
                <a:spcPct val="0"/>
              </a:spcAft>
              <a:defRPr sz="3000" kern="1200">
                <a:solidFill>
                  <a:schemeClr val="tx1"/>
                </a:solidFill>
                <a:latin typeface="Arial" charset="0"/>
                <a:ea typeface="+mn-ea"/>
                <a:cs typeface="+mn-cs"/>
              </a:defRPr>
            </a:lvl2pPr>
            <a:lvl3pPr marL="914400" algn="l" rtl="0" fontAlgn="base">
              <a:spcBef>
                <a:spcPct val="0"/>
              </a:spcBef>
              <a:spcAft>
                <a:spcPct val="0"/>
              </a:spcAft>
              <a:defRPr sz="3000" kern="1200">
                <a:solidFill>
                  <a:schemeClr val="tx1"/>
                </a:solidFill>
                <a:latin typeface="Arial" charset="0"/>
                <a:ea typeface="+mn-ea"/>
                <a:cs typeface="+mn-cs"/>
              </a:defRPr>
            </a:lvl3pPr>
            <a:lvl4pPr marL="1371600" algn="l" rtl="0" fontAlgn="base">
              <a:spcBef>
                <a:spcPct val="0"/>
              </a:spcBef>
              <a:spcAft>
                <a:spcPct val="0"/>
              </a:spcAft>
              <a:defRPr sz="3000" kern="1200">
                <a:solidFill>
                  <a:schemeClr val="tx1"/>
                </a:solidFill>
                <a:latin typeface="Arial" charset="0"/>
                <a:ea typeface="+mn-ea"/>
                <a:cs typeface="+mn-cs"/>
              </a:defRPr>
            </a:lvl4pPr>
            <a:lvl5pPr marL="1828800" algn="l" rtl="0" fontAlgn="base">
              <a:spcBef>
                <a:spcPct val="0"/>
              </a:spcBef>
              <a:spcAft>
                <a:spcPct val="0"/>
              </a:spcAft>
              <a:defRPr sz="3000" kern="1200">
                <a:solidFill>
                  <a:schemeClr val="tx1"/>
                </a:solidFill>
                <a:latin typeface="Arial" charset="0"/>
                <a:ea typeface="+mn-ea"/>
                <a:cs typeface="+mn-cs"/>
              </a:defRPr>
            </a:lvl5pPr>
            <a:lvl6pPr marL="2286000" algn="l" defTabSz="914400" rtl="0" eaLnBrk="1" latinLnBrk="0" hangingPunct="1">
              <a:defRPr sz="3000" kern="1200">
                <a:solidFill>
                  <a:schemeClr val="tx1"/>
                </a:solidFill>
                <a:latin typeface="Arial" charset="0"/>
                <a:ea typeface="+mn-ea"/>
                <a:cs typeface="+mn-cs"/>
              </a:defRPr>
            </a:lvl6pPr>
            <a:lvl7pPr marL="2743200" algn="l" defTabSz="914400" rtl="0" eaLnBrk="1" latinLnBrk="0" hangingPunct="1">
              <a:defRPr sz="3000" kern="1200">
                <a:solidFill>
                  <a:schemeClr val="tx1"/>
                </a:solidFill>
                <a:latin typeface="Arial" charset="0"/>
                <a:ea typeface="+mn-ea"/>
                <a:cs typeface="+mn-cs"/>
              </a:defRPr>
            </a:lvl7pPr>
            <a:lvl8pPr marL="3200400" algn="l" defTabSz="914400" rtl="0" eaLnBrk="1" latinLnBrk="0" hangingPunct="1">
              <a:defRPr sz="3000" kern="1200">
                <a:solidFill>
                  <a:schemeClr val="tx1"/>
                </a:solidFill>
                <a:latin typeface="Arial" charset="0"/>
                <a:ea typeface="+mn-ea"/>
                <a:cs typeface="+mn-cs"/>
              </a:defRPr>
            </a:lvl8pPr>
            <a:lvl9pPr marL="3657600" algn="l" defTabSz="914400" rtl="0" eaLnBrk="1" latinLnBrk="0" hangingPunct="1">
              <a:defRPr sz="3000" kern="1200">
                <a:solidFill>
                  <a:schemeClr val="tx1"/>
                </a:solidFill>
                <a:latin typeface="Arial" charset="0"/>
                <a:ea typeface="+mn-ea"/>
                <a:cs typeface="+mn-cs"/>
              </a:defRPr>
            </a:lvl9pPr>
          </a:lstStyle>
          <a:p>
            <a:pPr algn="ctr" defTabSz="4703763">
              <a:defRPr/>
            </a:pPr>
            <a:r>
              <a:rPr lang="en-US" sz="4400" b="1" cap="small" dirty="0">
                <a:solidFill>
                  <a:schemeClr val="bg1"/>
                </a:solidFill>
                <a:latin typeface="Berlin Sans FB" panose="020E0602020502020306" pitchFamily="34" charset="0"/>
                <a:cs typeface="Times New Roman" panose="02020603050405020304" pitchFamily="18" charset="0"/>
              </a:rPr>
              <a:t>Results and Dıscussıon</a:t>
            </a:r>
            <a:endParaRPr lang="tr-TR" sz="4400" b="1" cap="small" dirty="0">
              <a:solidFill>
                <a:schemeClr val="bg1"/>
              </a:solidFill>
              <a:latin typeface="Berlin Sans FB" panose="020E0602020502020306" pitchFamily="34" charset="0"/>
              <a:cs typeface="Times New Roman" panose="02020603050405020304" pitchFamily="18" charset="0"/>
            </a:endParaRPr>
          </a:p>
        </p:txBody>
      </p:sp>
      <p:sp>
        <p:nvSpPr>
          <p:cNvPr id="61" name="TextBox 60"/>
          <p:cNvSpPr txBox="1"/>
          <p:nvPr/>
        </p:nvSpPr>
        <p:spPr>
          <a:xfrm>
            <a:off x="448111" y="7237355"/>
            <a:ext cx="9316754" cy="9448740"/>
          </a:xfrm>
          <a:prstGeom prst="rect">
            <a:avLst/>
          </a:prstGeom>
          <a:noFill/>
        </p:spPr>
        <p:txBody>
          <a:bodyPr wrap="square" rtlCol="0">
            <a:spAutoFit/>
          </a:bodyPr>
          <a:lstStyle/>
          <a:p>
            <a:pPr algn="just"/>
            <a:r>
              <a:rPr lang="en-US" sz="3200" dirty="0">
                <a:latin typeface="Arial" panose="020B0604020202020204" pitchFamily="34" charset="0"/>
                <a:cs typeface="Arial" panose="020B0604020202020204" pitchFamily="34" charset="0"/>
              </a:rPr>
              <a:t>This comprehensive year-long project investigates the dual nature of hardware security: architectural construction and physical exploitation. In the first phase, highly efficient cryptographic algorithms—including LFSR Shrinking Generators, 16/32-bit RSA using Montgomery Multiplication, and Elliptic Curve Cryptography (ECC) over prime fields—were successfully engineered at the RTL level. However, robust mathematics does not guarantee physical security. In the second phase, these architectures were subjected to devastating Side-Channel Analyses (SCA). While 32-bit systems naturally masked statistical Correlation Power Analysis (CPA) via "Algorithmic Noise", physical implementations on an Altera DE2-115 FPGA were entirely broken using a blind Simple Power Analysis (SPA) timing attack, proving that naive control-flow logic is fundamentally insecure in physical environments.</a:t>
            </a:r>
            <a:endParaRPr lang="tr-TR" sz="3200" dirty="0">
              <a:latin typeface="Arial" panose="020B0604020202020204" pitchFamily="34" charset="0"/>
              <a:cs typeface="Arial" panose="020B0604020202020204" pitchFamily="34" charset="0"/>
            </a:endParaRPr>
          </a:p>
        </p:txBody>
      </p:sp>
      <p:sp>
        <p:nvSpPr>
          <p:cNvPr id="62" name="TextBox 61"/>
          <p:cNvSpPr txBox="1"/>
          <p:nvPr/>
        </p:nvSpPr>
        <p:spPr>
          <a:xfrm>
            <a:off x="410011" y="18621518"/>
            <a:ext cx="9316754" cy="17266265"/>
          </a:xfrm>
          <a:prstGeom prst="rect">
            <a:avLst/>
          </a:prstGeom>
          <a:noFill/>
        </p:spPr>
        <p:txBody>
          <a:bodyPr wrap="square" rtlCol="0">
            <a:spAutoFit/>
          </a:bodyPr>
          <a:lstStyle/>
          <a:p>
            <a:r>
              <a:rPr lang="tr-TR" sz="3600" dirty="0" err="1">
                <a:latin typeface="Arial" panose="020B0604020202020204" pitchFamily="34" charset="0"/>
                <a:cs typeface="Arial" panose="020B0604020202020204" pitchFamily="34" charset="0"/>
              </a:rPr>
              <a:t>Cryptographic</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security</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relies</a:t>
            </a:r>
            <a:r>
              <a:rPr lang="tr-TR" sz="3600" dirty="0">
                <a:latin typeface="Arial" panose="020B0604020202020204" pitchFamily="34" charset="0"/>
                <a:cs typeface="Arial" panose="020B0604020202020204" pitchFamily="34" charset="0"/>
              </a:rPr>
              <a:t> on two </a:t>
            </a:r>
            <a:r>
              <a:rPr lang="tr-TR" sz="3600" dirty="0" err="1">
                <a:latin typeface="Arial" panose="020B0604020202020204" pitchFamily="34" charset="0"/>
                <a:cs typeface="Arial" panose="020B0604020202020204" pitchFamily="34" charset="0"/>
              </a:rPr>
              <a:t>pillars</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the</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mathematical</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algorithm</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and</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its</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physical</a:t>
            </a:r>
            <a:r>
              <a:rPr lang="tr-TR" sz="3600" dirty="0">
                <a:latin typeface="Arial" panose="020B0604020202020204" pitchFamily="34" charset="0"/>
                <a:cs typeface="Arial" panose="020B0604020202020204" pitchFamily="34" charset="0"/>
              </a:rPr>
              <a:t> hardware </a:t>
            </a:r>
            <a:r>
              <a:rPr lang="tr-TR" sz="3600" dirty="0" err="1">
                <a:latin typeface="Arial" panose="020B0604020202020204" pitchFamily="34" charset="0"/>
                <a:cs typeface="Arial" panose="020B0604020202020204" pitchFamily="34" charset="0"/>
              </a:rPr>
              <a:t>execution</a:t>
            </a:r>
            <a:r>
              <a:rPr lang="tr-TR" sz="3600" dirty="0">
                <a:latin typeface="Arial" panose="020B0604020202020204" pitchFamily="34" charset="0"/>
                <a:cs typeface="Arial" panose="020B0604020202020204" pitchFamily="34" charset="0"/>
              </a:rPr>
              <a:t>.</a:t>
            </a:r>
          </a:p>
          <a:p>
            <a:endParaRPr lang="tr-TR" sz="3600" dirty="0">
              <a:latin typeface="Arial" panose="020B0604020202020204" pitchFamily="34" charset="0"/>
              <a:cs typeface="Arial" panose="020B0604020202020204" pitchFamily="34" charset="0"/>
            </a:endParaRPr>
          </a:p>
          <a:p>
            <a:r>
              <a:rPr lang="tr-TR" sz="3600" b="1" dirty="0" err="1">
                <a:latin typeface="Arial" panose="020B0604020202020204" pitchFamily="34" charset="0"/>
                <a:cs typeface="Arial" panose="020B0604020202020204" pitchFamily="34" charset="0"/>
              </a:rPr>
              <a:t>Stream</a:t>
            </a:r>
            <a:r>
              <a:rPr lang="tr-TR" sz="3600" b="1" dirty="0">
                <a:latin typeface="Arial" panose="020B0604020202020204" pitchFamily="34" charset="0"/>
                <a:cs typeface="Arial" panose="020B0604020202020204" pitchFamily="34" charset="0"/>
              </a:rPr>
              <a:t> &amp; </a:t>
            </a:r>
            <a:r>
              <a:rPr lang="tr-TR" sz="3600" b="1" dirty="0" err="1">
                <a:latin typeface="Arial" panose="020B0604020202020204" pitchFamily="34" charset="0"/>
                <a:cs typeface="Arial" panose="020B0604020202020204" pitchFamily="34" charset="0"/>
              </a:rPr>
              <a:t>Public-Key</a:t>
            </a:r>
            <a:r>
              <a:rPr lang="tr-TR" sz="3600" b="1" dirty="0">
                <a:latin typeface="Arial" panose="020B0604020202020204" pitchFamily="34" charset="0"/>
                <a:cs typeface="Arial" panose="020B0604020202020204" pitchFamily="34" charset="0"/>
              </a:rPr>
              <a:t> </a:t>
            </a:r>
            <a:r>
              <a:rPr lang="tr-TR" sz="3600" b="1" dirty="0" err="1">
                <a:latin typeface="Arial" panose="020B0604020202020204" pitchFamily="34" charset="0"/>
                <a:cs typeface="Arial" panose="020B0604020202020204" pitchFamily="34" charset="0"/>
              </a:rPr>
              <a:t>Ciphers</a:t>
            </a:r>
            <a:r>
              <a:rPr lang="tr-TR" sz="3600" b="1"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LFSRs</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provide</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high-speed</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sequence</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generation</a:t>
            </a:r>
            <a:r>
              <a:rPr lang="tr-TR" sz="3600" dirty="0">
                <a:latin typeface="Arial" panose="020B0604020202020204" pitchFamily="34" charset="0"/>
                <a:cs typeface="Arial" panose="020B0604020202020204" pitchFamily="34" charset="0"/>
              </a:rPr>
              <a:t> but </a:t>
            </a:r>
            <a:r>
              <a:rPr lang="tr-TR" sz="3600" dirty="0" err="1">
                <a:latin typeface="Arial" panose="020B0604020202020204" pitchFamily="34" charset="0"/>
                <a:cs typeface="Arial" panose="020B0604020202020204" pitchFamily="34" charset="0"/>
              </a:rPr>
              <a:t>suffer</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from</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absolute</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mathematical</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linearity</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vulnerable</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to</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Berlekamp-Massey</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attacks</a:t>
            </a:r>
            <a:r>
              <a:rPr lang="tr-TR" sz="3600" dirty="0">
                <a:latin typeface="Arial" panose="020B0604020202020204" pitchFamily="34" charset="0"/>
                <a:cs typeface="Arial" panose="020B0604020202020204" pitchFamily="34" charset="0"/>
              </a:rPr>
              <a:t>. RSA </a:t>
            </a:r>
            <a:r>
              <a:rPr lang="tr-TR" sz="3600" dirty="0" err="1">
                <a:latin typeface="Arial" panose="020B0604020202020204" pitchFamily="34" charset="0"/>
                <a:cs typeface="Arial" panose="020B0604020202020204" pitchFamily="34" charset="0"/>
              </a:rPr>
              <a:t>relies</a:t>
            </a:r>
            <a:r>
              <a:rPr lang="tr-TR" sz="3600" dirty="0">
                <a:latin typeface="Arial" panose="020B0604020202020204" pitchFamily="34" charset="0"/>
                <a:cs typeface="Arial" panose="020B0604020202020204" pitchFamily="34" charset="0"/>
              </a:rPr>
              <a:t> on </a:t>
            </a:r>
            <a:r>
              <a:rPr lang="tr-TR" sz="3600" dirty="0" err="1">
                <a:latin typeface="Arial" panose="020B0604020202020204" pitchFamily="34" charset="0"/>
                <a:cs typeface="Arial" panose="020B0604020202020204" pitchFamily="34" charset="0"/>
              </a:rPr>
              <a:t>massive</a:t>
            </a:r>
            <a:r>
              <a:rPr lang="tr-TR" sz="3600" dirty="0">
                <a:latin typeface="Arial" panose="020B0604020202020204" pitchFamily="34" charset="0"/>
                <a:cs typeface="Arial" panose="020B0604020202020204" pitchFamily="34" charset="0"/>
              </a:rPr>
              <a:t> modular </a:t>
            </a:r>
            <a:r>
              <a:rPr lang="tr-TR" sz="3600" dirty="0" err="1">
                <a:latin typeface="Arial" panose="020B0604020202020204" pitchFamily="34" charset="0"/>
                <a:cs typeface="Arial" panose="020B0604020202020204" pitchFamily="34" charset="0"/>
              </a:rPr>
              <a:t>exponentiation</a:t>
            </a:r>
            <a:r>
              <a:rPr lang="tr-TR" sz="3600" dirty="0">
                <a:latin typeface="Arial" panose="020B0604020202020204" pitchFamily="34" charset="0"/>
                <a:cs typeface="Arial" panose="020B0604020202020204" pitchFamily="34" charset="0"/>
              </a:rPr>
              <a:t> ($C = </a:t>
            </a:r>
            <a:r>
              <a:rPr lang="tr-TR" sz="3600" dirty="0" err="1">
                <a:latin typeface="Arial" panose="020B0604020202020204" pitchFamily="34" charset="0"/>
                <a:cs typeface="Arial" panose="020B0604020202020204" pitchFamily="34" charset="0"/>
              </a:rPr>
              <a:t>M^e</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pmod</a:t>
            </a:r>
            <a:r>
              <a:rPr lang="tr-TR" sz="3600" dirty="0">
                <a:latin typeface="Arial" panose="020B0604020202020204" pitchFamily="34" charset="0"/>
                <a:cs typeface="Arial" panose="020B0604020202020204" pitchFamily="34" charset="0"/>
              </a:rPr>
              <a:t> N$), </a:t>
            </a:r>
            <a:r>
              <a:rPr lang="tr-TR" sz="3600" dirty="0" err="1">
                <a:latin typeface="Arial" panose="020B0604020202020204" pitchFamily="34" charset="0"/>
                <a:cs typeface="Arial" panose="020B0604020202020204" pitchFamily="34" charset="0"/>
              </a:rPr>
              <a:t>utilizing</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the</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Square-and-Multiply</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algorithm</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and</a:t>
            </a:r>
            <a:r>
              <a:rPr lang="tr-TR" sz="3600" dirty="0">
                <a:latin typeface="Arial" panose="020B0604020202020204" pitchFamily="34" charset="0"/>
                <a:cs typeface="Arial" panose="020B0604020202020204" pitchFamily="34" charset="0"/>
              </a:rPr>
              <a:t> Montgomery </a:t>
            </a:r>
            <a:r>
              <a:rPr lang="tr-TR" sz="3600" dirty="0" err="1">
                <a:latin typeface="Arial" panose="020B0604020202020204" pitchFamily="34" charset="0"/>
                <a:cs typeface="Arial" panose="020B0604020202020204" pitchFamily="34" charset="0"/>
              </a:rPr>
              <a:t>Mathematics</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to</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avoid</a:t>
            </a:r>
            <a:r>
              <a:rPr lang="tr-TR" sz="3600" dirty="0">
                <a:latin typeface="Arial" panose="020B0604020202020204" pitchFamily="34" charset="0"/>
                <a:cs typeface="Arial" panose="020B0604020202020204" pitchFamily="34" charset="0"/>
              </a:rPr>
              <a:t> hardware </a:t>
            </a:r>
            <a:r>
              <a:rPr lang="tr-TR" sz="3600" dirty="0" err="1">
                <a:latin typeface="Arial" panose="020B0604020202020204" pitchFamily="34" charset="0"/>
                <a:cs typeface="Arial" panose="020B0604020202020204" pitchFamily="34" charset="0"/>
              </a:rPr>
              <a:t>division</a:t>
            </a:r>
            <a:r>
              <a:rPr lang="tr-TR" sz="3600" dirty="0">
                <a:latin typeface="Arial" panose="020B0604020202020204" pitchFamily="34" charset="0"/>
                <a:cs typeface="Arial" panose="020B0604020202020204" pitchFamily="34" charset="0"/>
              </a:rPr>
              <a:t>. ECC </a:t>
            </a:r>
            <a:r>
              <a:rPr lang="tr-TR" sz="3600" dirty="0" err="1">
                <a:latin typeface="Arial" panose="020B0604020202020204" pitchFamily="34" charset="0"/>
                <a:cs typeface="Arial" panose="020B0604020202020204" pitchFamily="34" charset="0"/>
              </a:rPr>
              <a:t>provides</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equivalent</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security</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to</a:t>
            </a:r>
            <a:r>
              <a:rPr lang="tr-TR" sz="3600" dirty="0">
                <a:latin typeface="Arial" panose="020B0604020202020204" pitchFamily="34" charset="0"/>
                <a:cs typeface="Arial" panose="020B0604020202020204" pitchFamily="34" charset="0"/>
              </a:rPr>
              <a:t> RSA at </a:t>
            </a:r>
            <a:r>
              <a:rPr lang="tr-TR" sz="3600" dirty="0" err="1">
                <a:latin typeface="Arial" panose="020B0604020202020204" pitchFamily="34" charset="0"/>
                <a:cs typeface="Arial" panose="020B0604020202020204" pitchFamily="34" charset="0"/>
              </a:rPr>
              <a:t>drastically</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smaller</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key</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sizes</a:t>
            </a:r>
            <a:r>
              <a:rPr lang="tr-TR" sz="3600" dirty="0">
                <a:latin typeface="Arial" panose="020B0604020202020204" pitchFamily="34" charset="0"/>
                <a:cs typeface="Arial" panose="020B0604020202020204" pitchFamily="34" charset="0"/>
              </a:rPr>
              <a:t> (256-bit </a:t>
            </a:r>
            <a:r>
              <a:rPr lang="tr-TR" sz="3600" dirty="0" err="1">
                <a:latin typeface="Arial" panose="020B0604020202020204" pitchFamily="34" charset="0"/>
                <a:cs typeface="Arial" panose="020B0604020202020204" pitchFamily="34" charset="0"/>
              </a:rPr>
              <a:t>vs</a:t>
            </a:r>
            <a:r>
              <a:rPr lang="tr-TR" sz="3600" dirty="0">
                <a:latin typeface="Arial" panose="020B0604020202020204" pitchFamily="34" charset="0"/>
                <a:cs typeface="Arial" panose="020B0604020202020204" pitchFamily="34" charset="0"/>
              </a:rPr>
              <a:t> 2048-bit) </a:t>
            </a:r>
            <a:r>
              <a:rPr lang="tr-TR" sz="3600" dirty="0" err="1">
                <a:latin typeface="Arial" panose="020B0604020202020204" pitchFamily="34" charset="0"/>
                <a:cs typeface="Arial" panose="020B0604020202020204" pitchFamily="34" charset="0"/>
              </a:rPr>
              <a:t>by</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relying</a:t>
            </a:r>
            <a:r>
              <a:rPr lang="tr-TR" sz="3600" dirty="0">
                <a:latin typeface="Arial" panose="020B0604020202020204" pitchFamily="34" charset="0"/>
                <a:cs typeface="Arial" panose="020B0604020202020204" pitchFamily="34" charset="0"/>
              </a:rPr>
              <a:t> on </a:t>
            </a:r>
            <a:r>
              <a:rPr lang="tr-TR" sz="3600" dirty="0" err="1">
                <a:latin typeface="Arial" panose="020B0604020202020204" pitchFamily="34" charset="0"/>
                <a:cs typeface="Arial" panose="020B0604020202020204" pitchFamily="34" charset="0"/>
              </a:rPr>
              <a:t>the</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Elliptic</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Curve</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Discrete</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Logarithm</a:t>
            </a:r>
            <a:r>
              <a:rPr lang="tr-TR" sz="3600" dirty="0">
                <a:latin typeface="Arial" panose="020B0604020202020204" pitchFamily="34" charset="0"/>
                <a:cs typeface="Arial" panose="020B0604020202020204" pitchFamily="34" charset="0"/>
              </a:rPr>
              <a:t> Problem (ECDLP) </a:t>
            </a:r>
            <a:r>
              <a:rPr lang="tr-TR" sz="3600" dirty="0" err="1">
                <a:latin typeface="Arial" panose="020B0604020202020204" pitchFamily="34" charset="0"/>
                <a:cs typeface="Arial" panose="020B0604020202020204" pitchFamily="34" charset="0"/>
              </a:rPr>
              <a:t>over</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the</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Weierstrass</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Equation</a:t>
            </a:r>
            <a:r>
              <a:rPr lang="tr-TR" sz="3600" dirty="0">
                <a:latin typeface="Arial" panose="020B0604020202020204" pitchFamily="34" charset="0"/>
                <a:cs typeface="Arial" panose="020B0604020202020204" pitchFamily="34" charset="0"/>
              </a:rPr>
              <a:t> ($y^2 = x^3 + </a:t>
            </a:r>
            <a:r>
              <a:rPr lang="tr-TR" sz="3600" dirty="0" err="1">
                <a:latin typeface="Arial" panose="020B0604020202020204" pitchFamily="34" charset="0"/>
                <a:cs typeface="Arial" panose="020B0604020202020204" pitchFamily="34" charset="0"/>
              </a:rPr>
              <a:t>ax</a:t>
            </a:r>
            <a:r>
              <a:rPr lang="tr-TR" sz="3600" dirty="0">
                <a:latin typeface="Arial" panose="020B0604020202020204" pitchFamily="34" charset="0"/>
                <a:cs typeface="Arial" panose="020B0604020202020204" pitchFamily="34" charset="0"/>
              </a:rPr>
              <a:t> + b$).</a:t>
            </a:r>
          </a:p>
          <a:p>
            <a:endParaRPr lang="tr-TR" sz="3600" dirty="0">
              <a:latin typeface="Arial" panose="020B0604020202020204" pitchFamily="34" charset="0"/>
              <a:cs typeface="Arial" panose="020B0604020202020204" pitchFamily="34" charset="0"/>
            </a:endParaRPr>
          </a:p>
          <a:p>
            <a:r>
              <a:rPr lang="tr-TR" sz="3600" b="1" dirty="0">
                <a:latin typeface="Arial" panose="020B0604020202020204" pitchFamily="34" charset="0"/>
                <a:cs typeface="Arial" panose="020B0604020202020204" pitchFamily="34" charset="0"/>
              </a:rPr>
              <a:t>Side-Channel </a:t>
            </a:r>
            <a:r>
              <a:rPr lang="tr-TR" sz="3600" b="1" dirty="0" err="1">
                <a:latin typeface="Arial" panose="020B0604020202020204" pitchFamily="34" charset="0"/>
                <a:cs typeface="Arial" panose="020B0604020202020204" pitchFamily="34" charset="0"/>
              </a:rPr>
              <a:t>Leakage</a:t>
            </a:r>
            <a:r>
              <a:rPr lang="tr-TR" sz="3600" b="1"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In</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standard</a:t>
            </a:r>
            <a:r>
              <a:rPr lang="tr-TR" sz="3600" dirty="0">
                <a:latin typeface="Arial" panose="020B0604020202020204" pitchFamily="34" charset="0"/>
                <a:cs typeface="Arial" panose="020B0604020202020204" pitchFamily="34" charset="0"/>
              </a:rPr>
              <a:t> CMOS </a:t>
            </a:r>
            <a:r>
              <a:rPr lang="tr-TR" sz="3600" dirty="0" err="1">
                <a:latin typeface="Arial" panose="020B0604020202020204" pitchFamily="34" charset="0"/>
                <a:cs typeface="Arial" panose="020B0604020202020204" pitchFamily="34" charset="0"/>
              </a:rPr>
              <a:t>digital</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logic</a:t>
            </a:r>
            <a:r>
              <a:rPr lang="tr-TR" sz="3600" dirty="0">
                <a:latin typeface="Arial" panose="020B0604020202020204" pitchFamily="34" charset="0"/>
                <a:cs typeface="Arial" panose="020B0604020202020204" pitchFamily="34" charset="0"/>
              </a:rPr>
              <a:t>, a </a:t>
            </a:r>
            <a:r>
              <a:rPr lang="tr-TR" sz="3600" dirty="0" err="1">
                <a:latin typeface="Arial" panose="020B0604020202020204" pitchFamily="34" charset="0"/>
                <a:cs typeface="Arial" panose="020B0604020202020204" pitchFamily="34" charset="0"/>
              </a:rPr>
              <a:t>gate</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only</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consumes</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dynamic</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power</a:t>
            </a:r>
            <a:r>
              <a:rPr lang="tr-TR" sz="3600" dirty="0">
                <a:latin typeface="Arial" panose="020B0604020202020204" pitchFamily="34" charset="0"/>
                <a:cs typeface="Arial" panose="020B0604020202020204" pitchFamily="34" charset="0"/>
              </a:rPr>
              <a:t> ($P_{</a:t>
            </a:r>
            <a:r>
              <a:rPr lang="tr-TR" sz="3600" dirty="0" err="1">
                <a:latin typeface="Arial" panose="020B0604020202020204" pitchFamily="34" charset="0"/>
                <a:cs typeface="Arial" panose="020B0604020202020204" pitchFamily="34" charset="0"/>
              </a:rPr>
              <a:t>dynamic</a:t>
            </a:r>
            <a:r>
              <a:rPr lang="tr-TR" sz="3600" dirty="0">
                <a:latin typeface="Arial" panose="020B0604020202020204" pitchFamily="34" charset="0"/>
                <a:cs typeface="Arial" panose="020B0604020202020204" pitchFamily="34" charset="0"/>
              </a:rPr>
              <a:t>} = \</a:t>
            </a:r>
            <a:r>
              <a:rPr lang="tr-TR" sz="3600" dirty="0" err="1">
                <a:latin typeface="Arial" panose="020B0604020202020204" pitchFamily="34" charset="0"/>
                <a:cs typeface="Arial" panose="020B0604020202020204" pitchFamily="34" charset="0"/>
              </a:rPr>
              <a:t>alpha</a:t>
            </a:r>
            <a:r>
              <a:rPr lang="tr-TR" sz="3600" dirty="0">
                <a:latin typeface="Arial" panose="020B0604020202020204" pitchFamily="34" charset="0"/>
                <a:cs typeface="Arial" panose="020B0604020202020204" pitchFamily="34" charset="0"/>
              </a:rPr>
              <a:t> C V^2 f$) </a:t>
            </a:r>
            <a:r>
              <a:rPr lang="tr-TR" sz="3600" dirty="0" err="1">
                <a:latin typeface="Arial" panose="020B0604020202020204" pitchFamily="34" charset="0"/>
                <a:cs typeface="Arial" panose="020B0604020202020204" pitchFamily="34" charset="0"/>
              </a:rPr>
              <a:t>when</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transistors</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switch</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states</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Because</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switching</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activity</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alpha</a:t>
            </a:r>
            <a:r>
              <a:rPr lang="tr-TR" sz="3600" dirty="0">
                <a:latin typeface="Arial" panose="020B0604020202020204" pitchFamily="34" charset="0"/>
                <a:cs typeface="Arial" panose="020B0604020202020204" pitchFamily="34" charset="0"/>
              </a:rPr>
              <a:t>$) is </a:t>
            </a:r>
            <a:r>
              <a:rPr lang="tr-TR" sz="3600" dirty="0" err="1">
                <a:latin typeface="Arial" panose="020B0604020202020204" pitchFamily="34" charset="0"/>
                <a:cs typeface="Arial" panose="020B0604020202020204" pitchFamily="34" charset="0"/>
              </a:rPr>
              <a:t>proportional</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to</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the</a:t>
            </a:r>
            <a:r>
              <a:rPr lang="tr-TR" sz="3600" dirty="0">
                <a:latin typeface="Arial" panose="020B0604020202020204" pitchFamily="34" charset="0"/>
                <a:cs typeface="Arial" panose="020B0604020202020204" pitchFamily="34" charset="0"/>
              </a:rPr>
              <a:t> data </a:t>
            </a:r>
            <a:r>
              <a:rPr lang="tr-TR" sz="3600" dirty="0" err="1">
                <a:latin typeface="Arial" panose="020B0604020202020204" pitchFamily="34" charset="0"/>
                <a:cs typeface="Arial" panose="020B0604020202020204" pitchFamily="34" charset="0"/>
              </a:rPr>
              <a:t>bits</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being</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processed</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the</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instantaneous</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power</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consumption</a:t>
            </a:r>
            <a:r>
              <a:rPr lang="tr-TR" sz="3600" dirty="0">
                <a:latin typeface="Arial" panose="020B0604020202020204" pitchFamily="34" charset="0"/>
                <a:cs typeface="Arial" panose="020B0604020202020204" pitchFamily="34" charset="0"/>
              </a:rPr>
              <a:t> of </a:t>
            </a:r>
            <a:r>
              <a:rPr lang="tr-TR" sz="3600" dirty="0" err="1">
                <a:latin typeface="Arial" panose="020B0604020202020204" pitchFamily="34" charset="0"/>
                <a:cs typeface="Arial" panose="020B0604020202020204" pitchFamily="34" charset="0"/>
              </a:rPr>
              <a:t>the</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microchip</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mathematically</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leaks</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information</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about</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the</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secret</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key</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modeled</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via</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the</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Hamming</a:t>
            </a:r>
            <a:r>
              <a:rPr lang="tr-TR" sz="3600" dirty="0">
                <a:latin typeface="Arial" panose="020B0604020202020204" pitchFamily="34" charset="0"/>
                <a:cs typeface="Arial" panose="020B0604020202020204" pitchFamily="34" charset="0"/>
              </a:rPr>
              <a:t> </a:t>
            </a:r>
            <a:r>
              <a:rPr lang="tr-TR" sz="3600" dirty="0" err="1">
                <a:latin typeface="Arial" panose="020B0604020202020204" pitchFamily="34" charset="0"/>
                <a:cs typeface="Arial" panose="020B0604020202020204" pitchFamily="34" charset="0"/>
              </a:rPr>
              <a:t>Distance</a:t>
            </a:r>
            <a:r>
              <a:rPr lang="tr-TR" sz="3600" dirty="0">
                <a:latin typeface="Arial" panose="020B0604020202020204" pitchFamily="34" charset="0"/>
                <a:cs typeface="Arial" panose="020B0604020202020204" pitchFamily="34" charset="0"/>
              </a:rPr>
              <a:t>: $HD(V_0, V_1) = HW(V_0 \</a:t>
            </a:r>
            <a:r>
              <a:rPr lang="tr-TR" sz="3600" dirty="0" err="1">
                <a:latin typeface="Arial" panose="020B0604020202020204" pitchFamily="34" charset="0"/>
                <a:cs typeface="Arial" panose="020B0604020202020204" pitchFamily="34" charset="0"/>
              </a:rPr>
              <a:t>oplus</a:t>
            </a:r>
            <a:r>
              <a:rPr lang="tr-TR" sz="3600" dirty="0">
                <a:latin typeface="Arial" panose="020B0604020202020204" pitchFamily="34" charset="0"/>
                <a:cs typeface="Arial" panose="020B0604020202020204" pitchFamily="34" charset="0"/>
              </a:rPr>
              <a:t> V_1)$.</a:t>
            </a:r>
          </a:p>
          <a:p>
            <a:endParaRPr lang="tr-TR" sz="3600" dirty="0">
              <a:latin typeface="Arial" panose="020B0604020202020204" pitchFamily="34" charset="0"/>
              <a:cs typeface="Arial" panose="020B0604020202020204" pitchFamily="34" charset="0"/>
            </a:endParaRPr>
          </a:p>
        </p:txBody>
      </p:sp>
      <p:sp>
        <p:nvSpPr>
          <p:cNvPr id="63" name="TextBox 62"/>
          <p:cNvSpPr txBox="1"/>
          <p:nvPr/>
        </p:nvSpPr>
        <p:spPr>
          <a:xfrm>
            <a:off x="20533499" y="25903294"/>
            <a:ext cx="9316754" cy="6740307"/>
          </a:xfrm>
          <a:prstGeom prst="rect">
            <a:avLst/>
          </a:prstGeom>
          <a:noFill/>
        </p:spPr>
        <p:txBody>
          <a:bodyPr wrap="square" rtlCol="0">
            <a:spAutoFit/>
          </a:bodyPr>
          <a:lstStyle/>
          <a:p>
            <a:pPr algn="just"/>
            <a:r>
              <a:rPr lang="en-US" sz="3600" dirty="0">
                <a:latin typeface="Arial" panose="020B0604020202020204" pitchFamily="34" charset="0"/>
                <a:cs typeface="Arial" panose="020B0604020202020204" pitchFamily="34" charset="0"/>
              </a:rPr>
              <a:t>This study definitively proves that implementing mathematically robust cryptography (like RSA and ECC) in hardware is insufficient for security. Standard architectural optimizations, such as naive Square-and-Multiply algorithms, embed control-flow timing vulnerabilities directly into the silicon. These flaws render wide-data path architectures completely defenseless against deterministic physical SPA attacks, even in highly uncalibrated, noisy environments.</a:t>
            </a:r>
          </a:p>
        </p:txBody>
      </p:sp>
      <p:sp>
        <p:nvSpPr>
          <p:cNvPr id="64" name="TextBox 63"/>
          <p:cNvSpPr txBox="1"/>
          <p:nvPr/>
        </p:nvSpPr>
        <p:spPr>
          <a:xfrm>
            <a:off x="20546505" y="34344831"/>
            <a:ext cx="9316754" cy="4708981"/>
          </a:xfrm>
          <a:prstGeom prst="rect">
            <a:avLst/>
          </a:prstGeom>
          <a:noFill/>
        </p:spPr>
        <p:txBody>
          <a:bodyPr wrap="square" rtlCol="0">
            <a:spAutoFit/>
          </a:bodyPr>
          <a:lstStyle/>
          <a:p>
            <a:pPr algn="just"/>
            <a:r>
              <a:rPr lang="tr-TR" sz="3000" dirty="0" err="1">
                <a:latin typeface="Arial" panose="020B0604020202020204" pitchFamily="34" charset="0"/>
                <a:cs typeface="Arial" panose="020B0604020202020204" pitchFamily="34" charset="0"/>
              </a:rPr>
              <a:t>To</a:t>
            </a:r>
            <a:r>
              <a:rPr lang="tr-TR" sz="3000" dirty="0">
                <a:latin typeface="Arial" panose="020B0604020202020204" pitchFamily="34" charset="0"/>
                <a:cs typeface="Arial" panose="020B0604020202020204" pitchFamily="34" charset="0"/>
              </a:rPr>
              <a:t> </a:t>
            </a:r>
            <a:r>
              <a:rPr lang="tr-TR" sz="3000" dirty="0" err="1">
                <a:latin typeface="Arial" panose="020B0604020202020204" pitchFamily="34" charset="0"/>
                <a:cs typeface="Arial" panose="020B0604020202020204" pitchFamily="34" charset="0"/>
              </a:rPr>
              <a:t>secure</a:t>
            </a:r>
            <a:r>
              <a:rPr lang="tr-TR" sz="3000" dirty="0">
                <a:latin typeface="Arial" panose="020B0604020202020204" pitchFamily="34" charset="0"/>
                <a:cs typeface="Arial" panose="020B0604020202020204" pitchFamily="34" charset="0"/>
              </a:rPr>
              <a:t> modern </a:t>
            </a:r>
            <a:r>
              <a:rPr lang="tr-TR" sz="3000" dirty="0" err="1">
                <a:latin typeface="Arial" panose="020B0604020202020204" pitchFamily="34" charset="0"/>
                <a:cs typeface="Arial" panose="020B0604020202020204" pitchFamily="34" charset="0"/>
              </a:rPr>
              <a:t>physical</a:t>
            </a:r>
            <a:r>
              <a:rPr lang="tr-TR" sz="3000" dirty="0">
                <a:latin typeface="Arial" panose="020B0604020202020204" pitchFamily="34" charset="0"/>
                <a:cs typeface="Arial" panose="020B0604020202020204" pitchFamily="34" charset="0"/>
              </a:rPr>
              <a:t> hardware </a:t>
            </a:r>
            <a:r>
              <a:rPr lang="tr-TR" sz="3000" dirty="0" err="1">
                <a:latin typeface="Arial" panose="020B0604020202020204" pitchFamily="34" charset="0"/>
                <a:cs typeface="Arial" panose="020B0604020202020204" pitchFamily="34" charset="0"/>
              </a:rPr>
              <a:t>against</a:t>
            </a:r>
            <a:r>
              <a:rPr lang="tr-TR" sz="3000" dirty="0">
                <a:latin typeface="Arial" panose="020B0604020202020204" pitchFamily="34" charset="0"/>
                <a:cs typeface="Arial" panose="020B0604020202020204" pitchFamily="34" charset="0"/>
              </a:rPr>
              <a:t> </a:t>
            </a:r>
            <a:r>
              <a:rPr lang="tr-TR" sz="3000" dirty="0" err="1">
                <a:latin typeface="Arial" panose="020B0604020202020204" pitchFamily="34" charset="0"/>
                <a:cs typeface="Arial" panose="020B0604020202020204" pitchFamily="34" charset="0"/>
              </a:rPr>
              <a:t>the</a:t>
            </a:r>
            <a:r>
              <a:rPr lang="tr-TR" sz="3000" dirty="0">
                <a:latin typeface="Arial" panose="020B0604020202020204" pitchFamily="34" charset="0"/>
                <a:cs typeface="Arial" panose="020B0604020202020204" pitchFamily="34" charset="0"/>
              </a:rPr>
              <a:t> </a:t>
            </a:r>
            <a:r>
              <a:rPr lang="tr-TR" sz="3000" dirty="0" err="1">
                <a:latin typeface="Arial" panose="020B0604020202020204" pitchFamily="34" charset="0"/>
                <a:cs typeface="Arial" panose="020B0604020202020204" pitchFamily="34" charset="0"/>
              </a:rPr>
              <a:t>timing</a:t>
            </a:r>
            <a:r>
              <a:rPr lang="tr-TR" sz="3000" dirty="0">
                <a:latin typeface="Arial" panose="020B0604020202020204" pitchFamily="34" charset="0"/>
                <a:cs typeface="Arial" panose="020B0604020202020204" pitchFamily="34" charset="0"/>
              </a:rPr>
              <a:t> </a:t>
            </a:r>
            <a:r>
              <a:rPr lang="tr-TR" sz="3000" dirty="0" err="1">
                <a:latin typeface="Arial" panose="020B0604020202020204" pitchFamily="34" charset="0"/>
                <a:cs typeface="Arial" panose="020B0604020202020204" pitchFamily="34" charset="0"/>
              </a:rPr>
              <a:t>vulnerabilities</a:t>
            </a:r>
            <a:r>
              <a:rPr lang="tr-TR" sz="3000" dirty="0">
                <a:latin typeface="Arial" panose="020B0604020202020204" pitchFamily="34" charset="0"/>
                <a:cs typeface="Arial" panose="020B0604020202020204" pitchFamily="34" charset="0"/>
              </a:rPr>
              <a:t> </a:t>
            </a:r>
            <a:r>
              <a:rPr lang="tr-TR" sz="3000" dirty="0" err="1">
                <a:latin typeface="Arial" panose="020B0604020202020204" pitchFamily="34" charset="0"/>
                <a:cs typeface="Arial" panose="020B0604020202020204" pitchFamily="34" charset="0"/>
              </a:rPr>
              <a:t>demonstrated</a:t>
            </a:r>
            <a:r>
              <a:rPr lang="tr-TR" sz="3000" dirty="0">
                <a:latin typeface="Arial" panose="020B0604020202020204" pitchFamily="34" charset="0"/>
                <a:cs typeface="Arial" panose="020B0604020202020204" pitchFamily="34" charset="0"/>
              </a:rPr>
              <a:t> in </a:t>
            </a:r>
            <a:r>
              <a:rPr lang="tr-TR" sz="3000" dirty="0" err="1">
                <a:latin typeface="Arial" panose="020B0604020202020204" pitchFamily="34" charset="0"/>
                <a:cs typeface="Arial" panose="020B0604020202020204" pitchFamily="34" charset="0"/>
              </a:rPr>
              <a:t>this</a:t>
            </a:r>
            <a:r>
              <a:rPr lang="tr-TR" sz="3000" dirty="0">
                <a:latin typeface="Arial" panose="020B0604020202020204" pitchFamily="34" charset="0"/>
                <a:cs typeface="Arial" panose="020B0604020202020204" pitchFamily="34" charset="0"/>
              </a:rPr>
              <a:t> </a:t>
            </a:r>
            <a:r>
              <a:rPr lang="tr-TR" sz="3000" dirty="0" err="1">
                <a:latin typeface="Arial" panose="020B0604020202020204" pitchFamily="34" charset="0"/>
                <a:cs typeface="Arial" panose="020B0604020202020204" pitchFamily="34" charset="0"/>
              </a:rPr>
              <a:t>project</a:t>
            </a:r>
            <a:r>
              <a:rPr lang="tr-TR" sz="3000" dirty="0">
                <a:latin typeface="Arial" panose="020B0604020202020204" pitchFamily="34" charset="0"/>
                <a:cs typeface="Arial" panose="020B0604020202020204" pitchFamily="34" charset="0"/>
              </a:rPr>
              <a:t>, </a:t>
            </a:r>
            <a:r>
              <a:rPr lang="tr-TR" sz="3000" dirty="0" err="1">
                <a:latin typeface="Arial" panose="020B0604020202020204" pitchFamily="34" charset="0"/>
                <a:cs typeface="Arial" panose="020B0604020202020204" pitchFamily="34" charset="0"/>
              </a:rPr>
              <a:t>future</a:t>
            </a:r>
            <a:r>
              <a:rPr lang="tr-TR" sz="3000" dirty="0">
                <a:latin typeface="Arial" panose="020B0604020202020204" pitchFamily="34" charset="0"/>
                <a:cs typeface="Arial" panose="020B0604020202020204" pitchFamily="34" charset="0"/>
              </a:rPr>
              <a:t> </a:t>
            </a:r>
            <a:r>
              <a:rPr lang="tr-TR" sz="3000" dirty="0" err="1">
                <a:latin typeface="Arial" panose="020B0604020202020204" pitchFamily="34" charset="0"/>
                <a:cs typeface="Arial" panose="020B0604020202020204" pitchFamily="34" charset="0"/>
              </a:rPr>
              <a:t>architectures</a:t>
            </a:r>
            <a:r>
              <a:rPr lang="tr-TR" sz="3000" dirty="0">
                <a:latin typeface="Arial" panose="020B0604020202020204" pitchFamily="34" charset="0"/>
                <a:cs typeface="Arial" panose="020B0604020202020204" pitchFamily="34" charset="0"/>
              </a:rPr>
              <a:t> </a:t>
            </a:r>
            <a:r>
              <a:rPr lang="tr-TR" sz="3000" dirty="0" err="1">
                <a:latin typeface="Arial" panose="020B0604020202020204" pitchFamily="34" charset="0"/>
                <a:cs typeface="Arial" panose="020B0604020202020204" pitchFamily="34" charset="0"/>
              </a:rPr>
              <a:t>must</a:t>
            </a:r>
            <a:r>
              <a:rPr lang="tr-TR" sz="3000" dirty="0">
                <a:latin typeface="Arial" panose="020B0604020202020204" pitchFamily="34" charset="0"/>
                <a:cs typeface="Arial" panose="020B0604020202020204" pitchFamily="34" charset="0"/>
              </a:rPr>
              <a:t> </a:t>
            </a:r>
            <a:r>
              <a:rPr lang="tr-TR" sz="3000" dirty="0" err="1">
                <a:latin typeface="Arial" panose="020B0604020202020204" pitchFamily="34" charset="0"/>
                <a:cs typeface="Arial" panose="020B0604020202020204" pitchFamily="34" charset="0"/>
              </a:rPr>
              <a:t>mandate</a:t>
            </a:r>
            <a:r>
              <a:rPr lang="tr-TR" sz="3000" dirty="0">
                <a:latin typeface="Arial" panose="020B0604020202020204" pitchFamily="34" charset="0"/>
                <a:cs typeface="Arial" panose="020B0604020202020204" pitchFamily="34" charset="0"/>
              </a:rPr>
              <a:t> </a:t>
            </a:r>
            <a:r>
              <a:rPr lang="tr-TR" sz="3000" dirty="0" err="1">
                <a:latin typeface="Arial" panose="020B0604020202020204" pitchFamily="34" charset="0"/>
                <a:cs typeface="Arial" panose="020B0604020202020204" pitchFamily="34" charset="0"/>
              </a:rPr>
              <a:t>constant</a:t>
            </a:r>
            <a:r>
              <a:rPr lang="tr-TR" sz="3000" dirty="0">
                <a:latin typeface="Arial" panose="020B0604020202020204" pitchFamily="34" charset="0"/>
                <a:cs typeface="Arial" panose="020B0604020202020204" pitchFamily="34" charset="0"/>
              </a:rPr>
              <a:t>-time </a:t>
            </a:r>
            <a:r>
              <a:rPr lang="tr-TR" sz="3000" dirty="0" err="1">
                <a:latin typeface="Arial" panose="020B0604020202020204" pitchFamily="34" charset="0"/>
                <a:cs typeface="Arial" panose="020B0604020202020204" pitchFamily="34" charset="0"/>
              </a:rPr>
              <a:t>algorithms</a:t>
            </a:r>
            <a:r>
              <a:rPr lang="tr-TR" sz="3000" dirty="0">
                <a:latin typeface="Arial" panose="020B0604020202020204" pitchFamily="34" charset="0"/>
                <a:cs typeface="Arial" panose="020B0604020202020204" pitchFamily="34" charset="0"/>
              </a:rPr>
              <a:t> </a:t>
            </a:r>
            <a:r>
              <a:rPr lang="tr-TR" sz="3000" dirty="0" err="1">
                <a:latin typeface="Arial" panose="020B0604020202020204" pitchFamily="34" charset="0"/>
                <a:cs typeface="Arial" panose="020B0604020202020204" pitchFamily="34" charset="0"/>
              </a:rPr>
              <a:t>across</a:t>
            </a:r>
            <a:r>
              <a:rPr lang="tr-TR" sz="3000" dirty="0">
                <a:latin typeface="Arial" panose="020B0604020202020204" pitchFamily="34" charset="0"/>
                <a:cs typeface="Arial" panose="020B0604020202020204" pitchFamily="34" charset="0"/>
              </a:rPr>
              <a:t> </a:t>
            </a:r>
            <a:r>
              <a:rPr lang="tr-TR" sz="3000" dirty="0" err="1">
                <a:latin typeface="Arial" panose="020B0604020202020204" pitchFamily="34" charset="0"/>
                <a:cs typeface="Arial" panose="020B0604020202020204" pitchFamily="34" charset="0"/>
              </a:rPr>
              <a:t>all</a:t>
            </a:r>
            <a:r>
              <a:rPr lang="tr-TR" sz="3000" dirty="0">
                <a:latin typeface="Arial" panose="020B0604020202020204" pitchFamily="34" charset="0"/>
                <a:cs typeface="Arial" panose="020B0604020202020204" pitchFamily="34" charset="0"/>
              </a:rPr>
              <a:t> </a:t>
            </a:r>
            <a:r>
              <a:rPr lang="tr-TR" sz="3000" dirty="0" err="1">
                <a:latin typeface="Arial" panose="020B0604020202020204" pitchFamily="34" charset="0"/>
                <a:cs typeface="Arial" panose="020B0604020202020204" pitchFamily="34" charset="0"/>
              </a:rPr>
              <a:t>execution</a:t>
            </a:r>
            <a:r>
              <a:rPr lang="tr-TR" sz="3000" dirty="0">
                <a:latin typeface="Arial" panose="020B0604020202020204" pitchFamily="34" charset="0"/>
                <a:cs typeface="Arial" panose="020B0604020202020204" pitchFamily="34" charset="0"/>
              </a:rPr>
              <a:t> </a:t>
            </a:r>
            <a:r>
              <a:rPr lang="tr-TR" sz="3000" dirty="0" err="1">
                <a:latin typeface="Arial" panose="020B0604020202020204" pitchFamily="34" charset="0"/>
                <a:cs typeface="Arial" panose="020B0604020202020204" pitchFamily="34" charset="0"/>
              </a:rPr>
              <a:t>paths</a:t>
            </a:r>
            <a:r>
              <a:rPr lang="tr-TR" sz="3000" dirty="0">
                <a:latin typeface="Arial" panose="020B0604020202020204" pitchFamily="34" charset="0"/>
                <a:cs typeface="Arial" panose="020B0604020202020204" pitchFamily="34" charset="0"/>
              </a:rPr>
              <a:t>. </a:t>
            </a:r>
            <a:r>
              <a:rPr lang="tr-TR" sz="3000" dirty="0" err="1">
                <a:latin typeface="Arial" panose="020B0604020202020204" pitchFamily="34" charset="0"/>
                <a:cs typeface="Arial" panose="020B0604020202020204" pitchFamily="34" charset="0"/>
              </a:rPr>
              <a:t>Replacing</a:t>
            </a:r>
            <a:r>
              <a:rPr lang="tr-TR" sz="3000" dirty="0">
                <a:latin typeface="Arial" panose="020B0604020202020204" pitchFamily="34" charset="0"/>
                <a:cs typeface="Arial" panose="020B0604020202020204" pitchFamily="34" charset="0"/>
              </a:rPr>
              <a:t> </a:t>
            </a:r>
            <a:r>
              <a:rPr lang="tr-TR" sz="3000" dirty="0" err="1">
                <a:latin typeface="Arial" panose="020B0604020202020204" pitchFamily="34" charset="0"/>
                <a:cs typeface="Arial" panose="020B0604020202020204" pitchFamily="34" charset="0"/>
              </a:rPr>
              <a:t>standard</a:t>
            </a:r>
            <a:r>
              <a:rPr lang="tr-TR" sz="3000" dirty="0">
                <a:latin typeface="Arial" panose="020B0604020202020204" pitchFamily="34" charset="0"/>
                <a:cs typeface="Arial" panose="020B0604020202020204" pitchFamily="34" charset="0"/>
              </a:rPr>
              <a:t> </a:t>
            </a:r>
            <a:r>
              <a:rPr lang="tr-TR" sz="3000" dirty="0" err="1">
                <a:latin typeface="Arial" panose="020B0604020202020204" pitchFamily="34" charset="0"/>
                <a:cs typeface="Arial" panose="020B0604020202020204" pitchFamily="34" charset="0"/>
              </a:rPr>
              <a:t>algorithms</a:t>
            </a:r>
            <a:r>
              <a:rPr lang="tr-TR" sz="3000" dirty="0">
                <a:latin typeface="Arial" panose="020B0604020202020204" pitchFamily="34" charset="0"/>
                <a:cs typeface="Arial" panose="020B0604020202020204" pitchFamily="34" charset="0"/>
              </a:rPr>
              <a:t> </a:t>
            </a:r>
            <a:r>
              <a:rPr lang="tr-TR" sz="3000" dirty="0" err="1">
                <a:latin typeface="Arial" panose="020B0604020202020204" pitchFamily="34" charset="0"/>
                <a:cs typeface="Arial" panose="020B0604020202020204" pitchFamily="34" charset="0"/>
              </a:rPr>
              <a:t>with</a:t>
            </a:r>
            <a:r>
              <a:rPr lang="tr-TR" sz="3000" dirty="0">
                <a:latin typeface="Arial" panose="020B0604020202020204" pitchFamily="34" charset="0"/>
                <a:cs typeface="Arial" panose="020B0604020202020204" pitchFamily="34" charset="0"/>
              </a:rPr>
              <a:t> </a:t>
            </a:r>
            <a:r>
              <a:rPr lang="tr-TR" sz="3000" dirty="0" err="1">
                <a:latin typeface="Arial" panose="020B0604020202020204" pitchFamily="34" charset="0"/>
                <a:cs typeface="Arial" panose="020B0604020202020204" pitchFamily="34" charset="0"/>
              </a:rPr>
              <a:t>the</a:t>
            </a:r>
            <a:r>
              <a:rPr lang="tr-TR" sz="3000" dirty="0">
                <a:latin typeface="Arial" panose="020B0604020202020204" pitchFamily="34" charset="0"/>
                <a:cs typeface="Arial" panose="020B0604020202020204" pitchFamily="34" charset="0"/>
              </a:rPr>
              <a:t> Montgomery </a:t>
            </a:r>
            <a:r>
              <a:rPr lang="tr-TR" sz="3000" dirty="0" err="1">
                <a:latin typeface="Arial" panose="020B0604020202020204" pitchFamily="34" charset="0"/>
                <a:cs typeface="Arial" panose="020B0604020202020204" pitchFamily="34" charset="0"/>
              </a:rPr>
              <a:t>Ladder</a:t>
            </a:r>
            <a:r>
              <a:rPr lang="tr-TR" sz="3000" dirty="0">
                <a:latin typeface="Arial" panose="020B0604020202020204" pitchFamily="34" charset="0"/>
                <a:cs typeface="Arial" panose="020B0604020202020204" pitchFamily="34" charset="0"/>
              </a:rPr>
              <a:t> </a:t>
            </a:r>
            <a:r>
              <a:rPr lang="tr-TR" sz="3000" dirty="0" err="1">
                <a:latin typeface="Arial" panose="020B0604020202020204" pitchFamily="34" charset="0"/>
                <a:cs typeface="Arial" panose="020B0604020202020204" pitchFamily="34" charset="0"/>
              </a:rPr>
              <a:t>ensures</a:t>
            </a:r>
            <a:r>
              <a:rPr lang="tr-TR" sz="3000" dirty="0">
                <a:latin typeface="Arial" panose="020B0604020202020204" pitchFamily="34" charset="0"/>
                <a:cs typeface="Arial" panose="020B0604020202020204" pitchFamily="34" charset="0"/>
              </a:rPr>
              <a:t> </a:t>
            </a:r>
            <a:r>
              <a:rPr lang="tr-TR" sz="3000" dirty="0" err="1">
                <a:latin typeface="Arial" panose="020B0604020202020204" pitchFamily="34" charset="0"/>
                <a:cs typeface="Arial" panose="020B0604020202020204" pitchFamily="34" charset="0"/>
              </a:rPr>
              <a:t>uniform</a:t>
            </a:r>
            <a:r>
              <a:rPr lang="tr-TR" sz="3000" dirty="0">
                <a:latin typeface="Arial" panose="020B0604020202020204" pitchFamily="34" charset="0"/>
                <a:cs typeface="Arial" panose="020B0604020202020204" pitchFamily="34" charset="0"/>
              </a:rPr>
              <a:t> </a:t>
            </a:r>
            <a:r>
              <a:rPr lang="tr-TR" sz="3000" dirty="0" err="1">
                <a:latin typeface="Arial" panose="020B0604020202020204" pitchFamily="34" charset="0"/>
                <a:cs typeface="Arial" panose="020B0604020202020204" pitchFamily="34" charset="0"/>
              </a:rPr>
              <a:t>execution</a:t>
            </a:r>
            <a:r>
              <a:rPr lang="tr-TR" sz="3000" dirty="0">
                <a:latin typeface="Arial" panose="020B0604020202020204" pitchFamily="34" charset="0"/>
                <a:cs typeface="Arial" panose="020B0604020202020204" pitchFamily="34" charset="0"/>
              </a:rPr>
              <a:t> time </a:t>
            </a:r>
            <a:r>
              <a:rPr lang="tr-TR" sz="3000" dirty="0" err="1">
                <a:latin typeface="Arial" panose="020B0604020202020204" pitchFamily="34" charset="0"/>
                <a:cs typeface="Arial" panose="020B0604020202020204" pitchFamily="34" charset="0"/>
              </a:rPr>
              <a:t>regardless</a:t>
            </a:r>
            <a:r>
              <a:rPr lang="tr-TR" sz="3000" dirty="0">
                <a:latin typeface="Arial" panose="020B0604020202020204" pitchFamily="34" charset="0"/>
                <a:cs typeface="Arial" panose="020B0604020202020204" pitchFamily="34" charset="0"/>
              </a:rPr>
              <a:t> of </a:t>
            </a:r>
            <a:r>
              <a:rPr lang="tr-TR" sz="3000" dirty="0" err="1">
                <a:latin typeface="Arial" panose="020B0604020202020204" pitchFamily="34" charset="0"/>
                <a:cs typeface="Arial" panose="020B0604020202020204" pitchFamily="34" charset="0"/>
              </a:rPr>
              <a:t>the</a:t>
            </a:r>
            <a:r>
              <a:rPr lang="tr-TR" sz="3000" dirty="0">
                <a:latin typeface="Arial" panose="020B0604020202020204" pitchFamily="34" charset="0"/>
                <a:cs typeface="Arial" panose="020B0604020202020204" pitchFamily="34" charset="0"/>
              </a:rPr>
              <a:t> </a:t>
            </a:r>
            <a:r>
              <a:rPr lang="tr-TR" sz="3000" dirty="0" err="1">
                <a:latin typeface="Arial" panose="020B0604020202020204" pitchFamily="34" charset="0"/>
                <a:cs typeface="Arial" panose="020B0604020202020204" pitchFamily="34" charset="0"/>
              </a:rPr>
              <a:t>key</a:t>
            </a:r>
            <a:r>
              <a:rPr lang="tr-TR" sz="3000" dirty="0">
                <a:latin typeface="Arial" panose="020B0604020202020204" pitchFamily="34" charset="0"/>
                <a:cs typeface="Arial" panose="020B0604020202020204" pitchFamily="34" charset="0"/>
              </a:rPr>
              <a:t> </a:t>
            </a:r>
            <a:r>
              <a:rPr lang="tr-TR" sz="3000" dirty="0" err="1">
                <a:latin typeface="Arial" panose="020B0604020202020204" pitchFamily="34" charset="0"/>
                <a:cs typeface="Arial" panose="020B0604020202020204" pitchFamily="34" charset="0"/>
              </a:rPr>
              <a:t>bits</a:t>
            </a:r>
            <a:r>
              <a:rPr lang="tr-TR" sz="3000" dirty="0">
                <a:latin typeface="Arial" panose="020B0604020202020204" pitchFamily="34" charset="0"/>
                <a:cs typeface="Arial" panose="020B0604020202020204" pitchFamily="34" charset="0"/>
              </a:rPr>
              <a:t>. </a:t>
            </a:r>
            <a:r>
              <a:rPr lang="tr-TR" sz="3000" dirty="0" err="1">
                <a:latin typeface="Arial" panose="020B0604020202020204" pitchFamily="34" charset="0"/>
                <a:cs typeface="Arial" panose="020B0604020202020204" pitchFamily="34" charset="0"/>
              </a:rPr>
              <a:t>Additionally</a:t>
            </a:r>
            <a:r>
              <a:rPr lang="tr-TR" sz="3000" dirty="0">
                <a:latin typeface="Arial" panose="020B0604020202020204" pitchFamily="34" charset="0"/>
                <a:cs typeface="Arial" panose="020B0604020202020204" pitchFamily="34" charset="0"/>
              </a:rPr>
              <a:t>, </a:t>
            </a:r>
            <a:r>
              <a:rPr lang="tr-TR" sz="3000" dirty="0" err="1">
                <a:latin typeface="Arial" panose="020B0604020202020204" pitchFamily="34" charset="0"/>
                <a:cs typeface="Arial" panose="020B0604020202020204" pitchFamily="34" charset="0"/>
              </a:rPr>
              <a:t>implementing</a:t>
            </a:r>
            <a:r>
              <a:rPr lang="tr-TR" sz="3000" dirty="0">
                <a:latin typeface="Arial" panose="020B0604020202020204" pitchFamily="34" charset="0"/>
                <a:cs typeface="Arial" panose="020B0604020202020204" pitchFamily="34" charset="0"/>
              </a:rPr>
              <a:t> </a:t>
            </a:r>
            <a:r>
              <a:rPr lang="tr-TR" sz="3000" dirty="0" err="1">
                <a:latin typeface="Arial" panose="020B0604020202020204" pitchFamily="34" charset="0"/>
                <a:cs typeface="Arial" panose="020B0604020202020204" pitchFamily="34" charset="0"/>
              </a:rPr>
              <a:t>rigorous</a:t>
            </a:r>
            <a:r>
              <a:rPr lang="tr-TR" sz="3000" dirty="0">
                <a:latin typeface="Arial" panose="020B0604020202020204" pitchFamily="34" charset="0"/>
                <a:cs typeface="Arial" panose="020B0604020202020204" pitchFamily="34" charset="0"/>
              </a:rPr>
              <a:t> Hardware </a:t>
            </a:r>
            <a:r>
              <a:rPr lang="tr-TR" sz="3000" dirty="0" err="1">
                <a:latin typeface="Arial" panose="020B0604020202020204" pitchFamily="34" charset="0"/>
                <a:cs typeface="Arial" panose="020B0604020202020204" pitchFamily="34" charset="0"/>
              </a:rPr>
              <a:t>Masking</a:t>
            </a:r>
            <a:r>
              <a:rPr lang="tr-TR" sz="3000" dirty="0">
                <a:latin typeface="Arial" panose="020B0604020202020204" pitchFamily="34" charset="0"/>
                <a:cs typeface="Arial" panose="020B0604020202020204" pitchFamily="34" charset="0"/>
              </a:rPr>
              <a:t> (</a:t>
            </a:r>
            <a:r>
              <a:rPr lang="tr-TR" sz="3000" dirty="0" err="1">
                <a:latin typeface="Arial" panose="020B0604020202020204" pitchFamily="34" charset="0"/>
                <a:cs typeface="Arial" panose="020B0604020202020204" pitchFamily="34" charset="0"/>
              </a:rPr>
              <a:t>boolean</a:t>
            </a:r>
            <a:r>
              <a:rPr lang="tr-TR" sz="3000" dirty="0">
                <a:latin typeface="Arial" panose="020B0604020202020204" pitchFamily="34" charset="0"/>
                <a:cs typeface="Arial" panose="020B0604020202020204" pitchFamily="34" charset="0"/>
              </a:rPr>
              <a:t> </a:t>
            </a:r>
            <a:r>
              <a:rPr lang="tr-TR" sz="3000" dirty="0" err="1">
                <a:latin typeface="Arial" panose="020B0604020202020204" pitchFamily="34" charset="0"/>
                <a:cs typeface="Arial" panose="020B0604020202020204" pitchFamily="34" charset="0"/>
              </a:rPr>
              <a:t>or</a:t>
            </a:r>
            <a:r>
              <a:rPr lang="tr-TR" sz="3000" dirty="0">
                <a:latin typeface="Arial" panose="020B0604020202020204" pitchFamily="34" charset="0"/>
                <a:cs typeface="Arial" panose="020B0604020202020204" pitchFamily="34" charset="0"/>
              </a:rPr>
              <a:t> </a:t>
            </a:r>
            <a:r>
              <a:rPr lang="tr-TR" sz="3000" dirty="0" err="1">
                <a:latin typeface="Arial" panose="020B0604020202020204" pitchFamily="34" charset="0"/>
                <a:cs typeface="Arial" panose="020B0604020202020204" pitchFamily="34" charset="0"/>
              </a:rPr>
              <a:t>multiplicative</a:t>
            </a:r>
            <a:r>
              <a:rPr lang="tr-TR" sz="3000" dirty="0">
                <a:latin typeface="Arial" panose="020B0604020202020204" pitchFamily="34" charset="0"/>
                <a:cs typeface="Arial" panose="020B0604020202020204" pitchFamily="34" charset="0"/>
              </a:rPr>
              <a:t>) is </a:t>
            </a:r>
            <a:r>
              <a:rPr lang="tr-TR" sz="3000" dirty="0" err="1">
                <a:latin typeface="Arial" panose="020B0604020202020204" pitchFamily="34" charset="0"/>
                <a:cs typeface="Arial" panose="020B0604020202020204" pitchFamily="34" charset="0"/>
              </a:rPr>
              <a:t>essential</a:t>
            </a:r>
            <a:r>
              <a:rPr lang="tr-TR" sz="3000" dirty="0">
                <a:latin typeface="Arial" panose="020B0604020202020204" pitchFamily="34" charset="0"/>
                <a:cs typeface="Arial" panose="020B0604020202020204" pitchFamily="34" charset="0"/>
              </a:rPr>
              <a:t> </a:t>
            </a:r>
            <a:r>
              <a:rPr lang="tr-TR" sz="3000" dirty="0" err="1">
                <a:latin typeface="Arial" panose="020B0604020202020204" pitchFamily="34" charset="0"/>
                <a:cs typeface="Arial" panose="020B0604020202020204" pitchFamily="34" charset="0"/>
              </a:rPr>
              <a:t>to</a:t>
            </a:r>
            <a:r>
              <a:rPr lang="tr-TR" sz="3000" dirty="0">
                <a:latin typeface="Arial" panose="020B0604020202020204" pitchFamily="34" charset="0"/>
                <a:cs typeface="Arial" panose="020B0604020202020204" pitchFamily="34" charset="0"/>
              </a:rPr>
              <a:t> </a:t>
            </a:r>
            <a:r>
              <a:rPr lang="tr-TR" sz="3000" dirty="0" err="1">
                <a:latin typeface="Arial" panose="020B0604020202020204" pitchFamily="34" charset="0"/>
                <a:cs typeface="Arial" panose="020B0604020202020204" pitchFamily="34" charset="0"/>
              </a:rPr>
              <a:t>mathematically</a:t>
            </a:r>
            <a:r>
              <a:rPr lang="tr-TR" sz="3000" dirty="0">
                <a:latin typeface="Arial" panose="020B0604020202020204" pitchFamily="34" charset="0"/>
                <a:cs typeface="Arial" panose="020B0604020202020204" pitchFamily="34" charset="0"/>
              </a:rPr>
              <a:t> </a:t>
            </a:r>
            <a:r>
              <a:rPr lang="tr-TR" sz="3000" dirty="0" err="1">
                <a:latin typeface="Arial" panose="020B0604020202020204" pitchFamily="34" charset="0"/>
                <a:cs typeface="Arial" panose="020B0604020202020204" pitchFamily="34" charset="0"/>
              </a:rPr>
              <a:t>decouple</a:t>
            </a:r>
            <a:r>
              <a:rPr lang="tr-TR" sz="3000" dirty="0">
                <a:latin typeface="Arial" panose="020B0604020202020204" pitchFamily="34" charset="0"/>
                <a:cs typeface="Arial" panose="020B0604020202020204" pitchFamily="34" charset="0"/>
              </a:rPr>
              <a:t> </a:t>
            </a:r>
            <a:r>
              <a:rPr lang="tr-TR" sz="3000" dirty="0" err="1">
                <a:latin typeface="Arial" panose="020B0604020202020204" pitchFamily="34" charset="0"/>
                <a:cs typeface="Arial" panose="020B0604020202020204" pitchFamily="34" charset="0"/>
              </a:rPr>
              <a:t>the</a:t>
            </a:r>
            <a:r>
              <a:rPr lang="tr-TR" sz="3000" dirty="0">
                <a:latin typeface="Arial" panose="020B0604020202020204" pitchFamily="34" charset="0"/>
                <a:cs typeface="Arial" panose="020B0604020202020204" pitchFamily="34" charset="0"/>
              </a:rPr>
              <a:t> </a:t>
            </a:r>
            <a:r>
              <a:rPr lang="tr-TR" sz="3000" dirty="0" err="1">
                <a:latin typeface="Arial" panose="020B0604020202020204" pitchFamily="34" charset="0"/>
                <a:cs typeface="Arial" panose="020B0604020202020204" pitchFamily="34" charset="0"/>
              </a:rPr>
              <a:t>physical</a:t>
            </a:r>
            <a:r>
              <a:rPr lang="tr-TR" sz="3000" dirty="0">
                <a:latin typeface="Arial" panose="020B0604020202020204" pitchFamily="34" charset="0"/>
                <a:cs typeface="Arial" panose="020B0604020202020204" pitchFamily="34" charset="0"/>
              </a:rPr>
              <a:t> </a:t>
            </a:r>
            <a:r>
              <a:rPr lang="tr-TR" sz="3000" dirty="0" err="1">
                <a:latin typeface="Arial" panose="020B0604020202020204" pitchFamily="34" charset="0"/>
                <a:cs typeface="Arial" panose="020B0604020202020204" pitchFamily="34" charset="0"/>
              </a:rPr>
              <a:t>power</a:t>
            </a:r>
            <a:r>
              <a:rPr lang="tr-TR" sz="3000" dirty="0">
                <a:latin typeface="Arial" panose="020B0604020202020204" pitchFamily="34" charset="0"/>
                <a:cs typeface="Arial" panose="020B0604020202020204" pitchFamily="34" charset="0"/>
              </a:rPr>
              <a:t> </a:t>
            </a:r>
            <a:r>
              <a:rPr lang="tr-TR" sz="3000" dirty="0" err="1">
                <a:latin typeface="Arial" panose="020B0604020202020204" pitchFamily="34" charset="0"/>
                <a:cs typeface="Arial" panose="020B0604020202020204" pitchFamily="34" charset="0"/>
              </a:rPr>
              <a:t>consumption</a:t>
            </a:r>
            <a:r>
              <a:rPr lang="tr-TR" sz="3000" dirty="0">
                <a:latin typeface="Arial" panose="020B0604020202020204" pitchFamily="34" charset="0"/>
                <a:cs typeface="Arial" panose="020B0604020202020204" pitchFamily="34" charset="0"/>
              </a:rPr>
              <a:t> </a:t>
            </a:r>
            <a:r>
              <a:rPr lang="tr-TR" sz="3000" dirty="0" err="1">
                <a:latin typeface="Arial" panose="020B0604020202020204" pitchFamily="34" charset="0"/>
                <a:cs typeface="Arial" panose="020B0604020202020204" pitchFamily="34" charset="0"/>
              </a:rPr>
              <a:t>from</a:t>
            </a:r>
            <a:r>
              <a:rPr lang="tr-TR" sz="3000" dirty="0">
                <a:latin typeface="Arial" panose="020B0604020202020204" pitchFamily="34" charset="0"/>
                <a:cs typeface="Arial" panose="020B0604020202020204" pitchFamily="34" charset="0"/>
              </a:rPr>
              <a:t> </a:t>
            </a:r>
            <a:r>
              <a:rPr lang="tr-TR" sz="3000" dirty="0" err="1">
                <a:latin typeface="Arial" panose="020B0604020202020204" pitchFamily="34" charset="0"/>
                <a:cs typeface="Arial" panose="020B0604020202020204" pitchFamily="34" charset="0"/>
              </a:rPr>
              <a:t>the</a:t>
            </a:r>
            <a:r>
              <a:rPr lang="tr-TR" sz="3000" dirty="0">
                <a:latin typeface="Arial" panose="020B0604020202020204" pitchFamily="34" charset="0"/>
                <a:cs typeface="Arial" panose="020B0604020202020204" pitchFamily="34" charset="0"/>
              </a:rPr>
              <a:t> </a:t>
            </a:r>
            <a:r>
              <a:rPr lang="tr-TR" sz="3000" dirty="0" err="1">
                <a:latin typeface="Arial" panose="020B0604020202020204" pitchFamily="34" charset="0"/>
                <a:cs typeface="Arial" panose="020B0604020202020204" pitchFamily="34" charset="0"/>
              </a:rPr>
              <a:t>secret</a:t>
            </a:r>
            <a:r>
              <a:rPr lang="tr-TR" sz="3000" dirty="0">
                <a:latin typeface="Arial" panose="020B0604020202020204" pitchFamily="34" charset="0"/>
                <a:cs typeface="Arial" panose="020B0604020202020204" pitchFamily="34" charset="0"/>
              </a:rPr>
              <a:t> data.</a:t>
            </a:r>
          </a:p>
        </p:txBody>
      </p:sp>
      <p:sp>
        <p:nvSpPr>
          <p:cNvPr id="65" name="TextBox 64"/>
          <p:cNvSpPr txBox="1"/>
          <p:nvPr/>
        </p:nvSpPr>
        <p:spPr>
          <a:xfrm>
            <a:off x="20614326" y="7540597"/>
            <a:ext cx="9316754" cy="6186309"/>
          </a:xfrm>
          <a:prstGeom prst="rect">
            <a:avLst/>
          </a:prstGeom>
          <a:noFill/>
        </p:spPr>
        <p:txBody>
          <a:bodyPr wrap="square" rtlCol="0">
            <a:spAutoFit/>
          </a:bodyPr>
          <a:lstStyle/>
          <a:p>
            <a:pPr algn="just"/>
            <a:r>
              <a:rPr lang="en-US" sz="3600" b="1" dirty="0">
                <a:latin typeface="Arial" panose="020B0604020202020204" pitchFamily="34" charset="0"/>
                <a:cs typeface="Arial" panose="020B0604020202020204" pitchFamily="34" charset="0"/>
              </a:rPr>
              <a:t>Simulated CPA vs. Algorithmic Noise: </a:t>
            </a:r>
            <a:r>
              <a:rPr lang="en-US" sz="3600" dirty="0">
                <a:latin typeface="Arial" panose="020B0604020202020204" pitchFamily="34" charset="0"/>
                <a:cs typeface="Arial" panose="020B0604020202020204" pitchFamily="34" charset="0"/>
              </a:rPr>
              <a:t>Simulated attacks using the Pearson Correlation Coefficient successfully extracted a 16-bit RSA key using merely 50 traces ($|r| \</a:t>
            </a:r>
            <a:r>
              <a:rPr lang="en-US" sz="3600" dirty="0" err="1">
                <a:latin typeface="Arial" panose="020B0604020202020204" pitchFamily="34" charset="0"/>
                <a:cs typeface="Arial" panose="020B0604020202020204" pitchFamily="34" charset="0"/>
              </a:rPr>
              <a:t>approx</a:t>
            </a:r>
            <a:r>
              <a:rPr lang="en-US" sz="3600" dirty="0">
                <a:latin typeface="Arial" panose="020B0604020202020204" pitchFamily="34" charset="0"/>
                <a:cs typeface="Arial" panose="020B0604020202020204" pitchFamily="34" charset="0"/>
              </a:rPr>
              <a:t> 0.98$). However, applying identical methodology to the 32-bit architecture failed. Because 32-bit registers flip twice as many bits per cycle, the targeted bit leakage was overshadowed by the 31 other bits transitioning simultaneously—a protective phenomenon known as Algorithmic Noise.</a:t>
            </a:r>
            <a:endParaRPr lang="tr-TR" sz="3600" dirty="0">
              <a:latin typeface="Arial" panose="020B0604020202020204" pitchFamily="34" charset="0"/>
              <a:cs typeface="Arial" panose="020B0604020202020204" pitchFamily="34" charset="0"/>
            </a:endParaRPr>
          </a:p>
        </p:txBody>
      </p:sp>
      <p:sp>
        <p:nvSpPr>
          <p:cNvPr id="66" name="TextBox 65"/>
          <p:cNvSpPr txBox="1"/>
          <p:nvPr/>
        </p:nvSpPr>
        <p:spPr>
          <a:xfrm>
            <a:off x="10603149" y="7284365"/>
            <a:ext cx="9316754" cy="18928259"/>
          </a:xfrm>
          <a:prstGeom prst="rect">
            <a:avLst/>
          </a:prstGeom>
          <a:noFill/>
        </p:spPr>
        <p:txBody>
          <a:bodyPr wrap="square" rtlCol="0">
            <a:spAutoFit/>
          </a:bodyPr>
          <a:lstStyle/>
          <a:p>
            <a:pPr algn="just"/>
            <a:r>
              <a:rPr lang="en-US" sz="3600" dirty="0">
                <a:latin typeface="Arial" panose="020B0604020202020204" pitchFamily="34" charset="0"/>
                <a:cs typeface="Arial" panose="020B0604020202020204" pitchFamily="34" charset="0"/>
              </a:rPr>
              <a:t>To physically exploit the RSA Square-and-Multiply architecture, a deterministic Simple Power Analysis (SPA) timing attack was mounted against an Altera DE2-115 FPGA.</a:t>
            </a:r>
          </a:p>
          <a:p>
            <a:pPr algn="just"/>
            <a:endParaRPr lang="en-US" sz="3600" dirty="0">
              <a:latin typeface="Arial" panose="020B0604020202020204" pitchFamily="34" charset="0"/>
              <a:cs typeface="Arial" panose="020B0604020202020204" pitchFamily="34" charset="0"/>
            </a:endParaRPr>
          </a:p>
          <a:p>
            <a:pPr algn="just"/>
            <a:r>
              <a:rPr lang="en-US" sz="3600" b="1" dirty="0">
                <a:latin typeface="Arial" panose="020B0604020202020204" pitchFamily="34" charset="0"/>
                <a:cs typeface="Arial" panose="020B0604020202020204" pitchFamily="34" charset="0"/>
              </a:rPr>
              <a:t>Hardware Instrumentation Setup: </a:t>
            </a:r>
            <a:r>
              <a:rPr lang="en-US" sz="3600" dirty="0">
                <a:latin typeface="Arial" panose="020B0604020202020204" pitchFamily="34" charset="0"/>
                <a:cs typeface="Arial" panose="020B0604020202020204" pitchFamily="34" charset="0"/>
              </a:rPr>
              <a:t>To capture instantaneous power variations without extreme noise, the FPGA's internal PLL was reprogrammed to scale the core clock down to 2 MHz, preventing signal aliasing on standard oscilloscopes. A 0.5 $\Omega$ shunt resistor was placed in series on the low-side of the power supply. According to Ohm's Law ($V = I \times R$), measuring the voltage drop ($V_{shunt}$) directly correlates to the instantaneous current drawn by the logical gates.</a:t>
            </a:r>
          </a:p>
          <a:p>
            <a:pPr algn="just"/>
            <a:endParaRPr lang="en-US" sz="3600" dirty="0">
              <a:latin typeface="Arial" panose="020B0604020202020204" pitchFamily="34" charset="0"/>
              <a:cs typeface="Arial" panose="020B0604020202020204" pitchFamily="34" charset="0"/>
            </a:endParaRPr>
          </a:p>
          <a:p>
            <a:pPr algn="just"/>
            <a:r>
              <a:rPr lang="en-US" sz="3600" b="1" dirty="0">
                <a:latin typeface="Arial" panose="020B0604020202020204" pitchFamily="34" charset="0"/>
                <a:cs typeface="Arial" panose="020B0604020202020204" pitchFamily="34" charset="0"/>
              </a:rPr>
              <a:t>Blind Signal Processing Pipeline: </a:t>
            </a:r>
            <a:r>
              <a:rPr lang="en-US" sz="3600" dirty="0">
                <a:latin typeface="Arial" panose="020B0604020202020204" pitchFamily="34" charset="0"/>
                <a:cs typeface="Arial" panose="020B0604020202020204" pitchFamily="34" charset="0"/>
              </a:rPr>
              <a:t>A custom Python engine was developed to extract the key without prior knowledge:</a:t>
            </a:r>
          </a:p>
          <a:p>
            <a:pPr algn="just"/>
            <a:r>
              <a:rPr lang="en-US" sz="3600" b="1" dirty="0">
                <a:latin typeface="Arial" panose="020B0604020202020204" pitchFamily="34" charset="0"/>
                <a:cs typeface="Arial" panose="020B0604020202020204" pitchFamily="34" charset="0"/>
              </a:rPr>
              <a:t>Noise Filtering: </a:t>
            </a:r>
            <a:r>
              <a:rPr lang="en-US" sz="3600" dirty="0">
                <a:latin typeface="Arial" panose="020B0604020202020204" pitchFamily="34" charset="0"/>
                <a:cs typeface="Arial" panose="020B0604020202020204" pitchFamily="34" charset="0"/>
              </a:rPr>
              <a:t>A </a:t>
            </a:r>
            <a:r>
              <a:rPr lang="en-US" sz="3600" dirty="0" err="1">
                <a:latin typeface="Arial" panose="020B0604020202020204" pitchFamily="34" charset="0"/>
                <a:cs typeface="Arial" panose="020B0604020202020204" pitchFamily="34" charset="0"/>
              </a:rPr>
              <a:t>Savitzky</a:t>
            </a:r>
            <a:r>
              <a:rPr lang="en-US" sz="3600" dirty="0">
                <a:latin typeface="Arial" panose="020B0604020202020204" pitchFamily="34" charset="0"/>
                <a:cs typeface="Arial" panose="020B0604020202020204" pitchFamily="34" charset="0"/>
              </a:rPr>
              <a:t>-Golay digital filter smoothed environmental white noise.</a:t>
            </a:r>
          </a:p>
          <a:p>
            <a:pPr algn="just"/>
            <a:r>
              <a:rPr lang="en-US" sz="3600" b="1" dirty="0">
                <a:latin typeface="Arial" panose="020B0604020202020204" pitchFamily="34" charset="0"/>
                <a:cs typeface="Arial" panose="020B0604020202020204" pitchFamily="34" charset="0"/>
              </a:rPr>
              <a:t>Peak Detection: </a:t>
            </a:r>
            <a:r>
              <a:rPr lang="en-US" sz="3600" dirty="0" err="1">
                <a:latin typeface="Arial" panose="020B0604020202020204" pitchFamily="34" charset="0"/>
                <a:cs typeface="Arial" panose="020B0604020202020204" pitchFamily="34" charset="0"/>
              </a:rPr>
              <a:t>scipy.signal.find_peaks</a:t>
            </a:r>
            <a:r>
              <a:rPr lang="en-US" sz="3600" dirty="0">
                <a:latin typeface="Arial" panose="020B0604020202020204" pitchFamily="34" charset="0"/>
                <a:cs typeface="Arial" panose="020B0604020202020204" pitchFamily="34" charset="0"/>
              </a:rPr>
              <a:t> algorithms identified Montgomery operations.</a:t>
            </a:r>
          </a:p>
          <a:p>
            <a:pPr algn="just"/>
            <a:r>
              <a:rPr lang="en-US" sz="3600" b="1" dirty="0">
                <a:latin typeface="Arial" panose="020B0604020202020204" pitchFamily="34" charset="0"/>
                <a:cs typeface="Arial" panose="020B0604020202020204" pitchFamily="34" charset="0"/>
              </a:rPr>
              <a:t>Dynamic Thresholding: </a:t>
            </a:r>
            <a:r>
              <a:rPr lang="en-US" sz="3600" dirty="0">
                <a:latin typeface="Arial" panose="020B0604020202020204" pitchFamily="34" charset="0"/>
                <a:cs typeface="Arial" panose="020B0604020202020204" pitchFamily="34" charset="0"/>
              </a:rPr>
              <a:t>The time distance ($\Delta t$) between peaks was measured. The algorithm dynamically computed the statistical mean of $\Delta t$ to blindly separate short operations ('0' bit, Square only) from long operations ('1' bit, </a:t>
            </a:r>
            <a:r>
              <a:rPr lang="en-US" sz="3600" dirty="0" err="1">
                <a:latin typeface="Arial" panose="020B0604020202020204" pitchFamily="34" charset="0"/>
                <a:cs typeface="Arial" panose="020B0604020202020204" pitchFamily="34" charset="0"/>
              </a:rPr>
              <a:t>Square+Multiply</a:t>
            </a:r>
            <a:r>
              <a:rPr lang="en-US" sz="3600" dirty="0">
                <a:latin typeface="Arial" panose="020B0604020202020204" pitchFamily="34" charset="0"/>
                <a:cs typeface="Arial" panose="020B0604020202020204" pitchFamily="34" charset="0"/>
              </a:rPr>
              <a:t>).</a:t>
            </a:r>
          </a:p>
          <a:p>
            <a:pPr algn="just"/>
            <a:endParaRPr lang="en-US" sz="3600" dirty="0">
              <a:latin typeface="Arial" panose="020B0604020202020204" pitchFamily="34" charset="0"/>
              <a:cs typeface="Arial" panose="020B0604020202020204" pitchFamily="34" charset="0"/>
            </a:endParaRPr>
          </a:p>
        </p:txBody>
      </p:sp>
      <p:pic>
        <p:nvPicPr>
          <p:cNvPr id="3" name="Picture 2">
            <a:hlinkClick r:id="rId4"/>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5924721" y="-12539"/>
            <a:ext cx="4286250" cy="4286250"/>
          </a:xfrm>
          <a:prstGeom prst="rect">
            <a:avLst/>
          </a:prstGeom>
        </p:spPr>
      </p:pic>
      <p:pic>
        <p:nvPicPr>
          <p:cNvPr id="4" name="Picture 3">
            <a:extLst>
              <a:ext uri="{FF2B5EF4-FFF2-40B4-BE49-F238E27FC236}">
                <a16:creationId xmlns:a16="http://schemas.microsoft.com/office/drawing/2014/main" id="{892714A9-0CCD-B860-F124-69451798928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65685" y="35797519"/>
            <a:ext cx="9269285" cy="2835505"/>
          </a:xfrm>
          <a:prstGeom prst="rect">
            <a:avLst/>
          </a:prstGeom>
        </p:spPr>
      </p:pic>
      <p:sp>
        <p:nvSpPr>
          <p:cNvPr id="6" name="TextBox 5">
            <a:extLst>
              <a:ext uri="{FF2B5EF4-FFF2-40B4-BE49-F238E27FC236}">
                <a16:creationId xmlns:a16="http://schemas.microsoft.com/office/drawing/2014/main" id="{20D91719-501B-10E8-8A43-9FA282FA6206}"/>
              </a:ext>
            </a:extLst>
          </p:cNvPr>
          <p:cNvSpPr txBox="1"/>
          <p:nvPr/>
        </p:nvSpPr>
        <p:spPr>
          <a:xfrm>
            <a:off x="314635" y="38877254"/>
            <a:ext cx="9523753" cy="369332"/>
          </a:xfrm>
          <a:prstGeom prst="rect">
            <a:avLst/>
          </a:prstGeom>
          <a:noFill/>
        </p:spPr>
        <p:txBody>
          <a:bodyPr wrap="square">
            <a:spAutoFit/>
          </a:bodyPr>
          <a:lstStyle/>
          <a:p>
            <a:r>
              <a:rPr lang="en-US" b="0" i="1" dirty="0">
                <a:solidFill>
                  <a:srgbClr val="3B3B3B"/>
                </a:solidFill>
                <a:effectLst/>
                <a:latin typeface="-apple-system"/>
              </a:rPr>
              <a:t>Figure 1: Geometric representation of Point Doubling ($P+P=2P$) utilized in ECC scalar multiplication.</a:t>
            </a:r>
            <a:endParaRPr lang="tr-TR" dirty="0"/>
          </a:p>
        </p:txBody>
      </p:sp>
      <p:pic>
        <p:nvPicPr>
          <p:cNvPr id="8" name="Picture 7">
            <a:extLst>
              <a:ext uri="{FF2B5EF4-FFF2-40B4-BE49-F238E27FC236}">
                <a16:creationId xmlns:a16="http://schemas.microsoft.com/office/drawing/2014/main" id="{A854B1D8-4DFC-D8BC-D385-FD6BF047668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250097" y="26448814"/>
            <a:ext cx="7772400" cy="4966753"/>
          </a:xfrm>
          <a:prstGeom prst="rect">
            <a:avLst/>
          </a:prstGeom>
        </p:spPr>
      </p:pic>
      <p:pic>
        <p:nvPicPr>
          <p:cNvPr id="10" name="Picture 9">
            <a:extLst>
              <a:ext uri="{FF2B5EF4-FFF2-40B4-BE49-F238E27FC236}">
                <a16:creationId xmlns:a16="http://schemas.microsoft.com/office/drawing/2014/main" id="{ABFBF253-FFFA-9AA1-2956-9C3ED39AE8B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1216531" y="13726906"/>
            <a:ext cx="7772400" cy="4259022"/>
          </a:xfrm>
          <a:prstGeom prst="rect">
            <a:avLst/>
          </a:prstGeom>
        </p:spPr>
      </p:pic>
      <p:sp>
        <p:nvSpPr>
          <p:cNvPr id="14" name="TextBox 13">
            <a:extLst>
              <a:ext uri="{FF2B5EF4-FFF2-40B4-BE49-F238E27FC236}">
                <a16:creationId xmlns:a16="http://schemas.microsoft.com/office/drawing/2014/main" id="{5449938A-629B-6DCD-24C6-19FEEA655810}"/>
              </a:ext>
            </a:extLst>
          </p:cNvPr>
          <p:cNvSpPr txBox="1"/>
          <p:nvPr/>
        </p:nvSpPr>
        <p:spPr>
          <a:xfrm>
            <a:off x="20614326" y="17837518"/>
            <a:ext cx="9147436" cy="5632311"/>
          </a:xfrm>
          <a:prstGeom prst="rect">
            <a:avLst/>
          </a:prstGeom>
          <a:noFill/>
        </p:spPr>
        <p:txBody>
          <a:bodyPr wrap="square" rtlCol="0">
            <a:spAutoFit/>
          </a:bodyPr>
          <a:lstStyle/>
          <a:p>
            <a:pPr algn="just"/>
            <a:r>
              <a:rPr lang="en-US" sz="3600" b="1" dirty="0">
                <a:latin typeface="Arial" panose="020B0604020202020204" pitchFamily="34" charset="0"/>
                <a:cs typeface="Arial" panose="020B0604020202020204" pitchFamily="34" charset="0"/>
              </a:rPr>
              <a:t>Physical Blind SPA Success:</a:t>
            </a:r>
            <a:r>
              <a:rPr lang="en-US" sz="3600" dirty="0">
                <a:latin typeface="Arial" panose="020B0604020202020204" pitchFamily="34" charset="0"/>
                <a:cs typeface="Arial" panose="020B0604020202020204" pitchFamily="34" charset="0"/>
              </a:rPr>
              <a:t> Bypassing algorithmic noise entirely, the physical SPA timing attack exploited the control-flow variations in the Square-and-Multiply state machine. Applied to the noisy physical trace scope_2.csv, the Python pipeline dynamically set a 0.23 $\</a:t>
            </a:r>
            <a:r>
              <a:rPr lang="en-US" sz="3600" dirty="0" err="1">
                <a:latin typeface="Arial" panose="020B0604020202020204" pitchFamily="34" charset="0"/>
                <a:cs typeface="Arial" panose="020B0604020202020204" pitchFamily="34" charset="0"/>
              </a:rPr>
              <a:t>mu$s</a:t>
            </a:r>
            <a:r>
              <a:rPr lang="en-US" sz="3600" dirty="0">
                <a:latin typeface="Arial" panose="020B0604020202020204" pitchFamily="34" charset="0"/>
                <a:cs typeface="Arial" panose="020B0604020202020204" pitchFamily="34" charset="0"/>
              </a:rPr>
              <a:t> threshold, identified 21 execution peaks, and perfectly reconstructed the 20-bit sequence: 00000000011010000110.</a:t>
            </a:r>
            <a:endParaRPr lang="tr-TR" sz="3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23040339"/>
      </p:ext>
    </p:extLst>
  </p:cSld>
  <p:clrMapOvr>
    <a:masterClrMapping/>
  </p:clrMapOvr>
</p:sld>
</file>

<file path=ppt/theme/theme1.xml><?xml version="1.0" encoding="utf-8"?>
<a:theme xmlns:a="http://schemas.openxmlformats.org/drawingml/2006/main" name="Office The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205</TotalTime>
  <Words>882</Words>
  <Application>Microsoft Macintosh PowerPoint</Application>
  <PresentationFormat>Custom</PresentationFormat>
  <Paragraphs>50</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-apple-system</vt:lpstr>
      <vt:lpstr>Arial</vt:lpstr>
      <vt:lpstr>Berlin Sans FB</vt:lpstr>
      <vt:lpstr>Calibri</vt:lpstr>
      <vt:lpstr>Calibri Light</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sddgfsg</dc:title>
  <dc:creator>SULTAN CAN</dc:creator>
  <cp:lastModifiedBy>orhun boydak</cp:lastModifiedBy>
  <cp:revision>29</cp:revision>
  <dcterms:created xsi:type="dcterms:W3CDTF">2024-12-19T13:41:01Z</dcterms:created>
  <dcterms:modified xsi:type="dcterms:W3CDTF">2026-06-05T18:36:34Z</dcterms:modified>
</cp:coreProperties>
</file>